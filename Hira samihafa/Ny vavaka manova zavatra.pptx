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70" d="100"/>
          <a:sy n="70" d="100"/>
        </p:scale>
        <p:origin x="738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="" xmlns:a16="http://schemas.microsoft.com/office/drawing/2014/main" id="{D0E77F5A-6BB1-ECF9-EC58-C32E6FE48C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="" xmlns:a16="http://schemas.microsoft.com/office/drawing/2014/main" id="{39A8734D-6A9E-6BAC-FCDA-EFF70F516B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="" xmlns:a16="http://schemas.microsoft.com/office/drawing/2014/main" id="{F641E9AF-11BD-3C4D-04F2-5C2BD0D58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3BC72-5998-4B28-B41A-9B7A35260532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="" xmlns:a16="http://schemas.microsoft.com/office/drawing/2014/main" id="{709A812A-04E7-C3BC-5E2C-75307D3FD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="" xmlns:a16="http://schemas.microsoft.com/office/drawing/2014/main" id="{F79DCE09-0D71-CA58-F807-0C2A789F2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E2A28-DA7D-419D-9178-007D171D36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7954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="" xmlns:a16="http://schemas.microsoft.com/office/drawing/2014/main" id="{8704EC21-BC36-3E32-E426-8A40A497E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="" xmlns:a16="http://schemas.microsoft.com/office/drawing/2014/main" id="{42ECAD06-184D-9BD9-1C83-624F8A11D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="" xmlns:a16="http://schemas.microsoft.com/office/drawing/2014/main" id="{444D07D6-BBBD-F131-E69C-12681A8BB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3BC72-5998-4B28-B41A-9B7A35260532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="" xmlns:a16="http://schemas.microsoft.com/office/drawing/2014/main" id="{62A31906-CBD0-ED91-43DF-91DDD56D7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="" xmlns:a16="http://schemas.microsoft.com/office/drawing/2014/main" id="{2A867D3A-E907-F9FB-B845-9322A1689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E2A28-DA7D-419D-9178-007D171D36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0925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="" xmlns:a16="http://schemas.microsoft.com/office/drawing/2014/main" id="{BC6381E6-C805-658F-9311-357E5483C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="" xmlns:a16="http://schemas.microsoft.com/office/drawing/2014/main" id="{153F1C3C-867B-960A-3AA8-C1707BCF1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="" xmlns:a16="http://schemas.microsoft.com/office/drawing/2014/main" id="{B82191A2-E738-7C92-57B1-DF8A84C0C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3BC72-5998-4B28-B41A-9B7A35260532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="" xmlns:a16="http://schemas.microsoft.com/office/drawing/2014/main" id="{2EA645D3-5A40-C0E4-71B3-7D1A0F92C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="" xmlns:a16="http://schemas.microsoft.com/office/drawing/2014/main" id="{B5BF6F61-0259-8B9E-1791-90AF5D100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E2A28-DA7D-419D-9178-007D171D36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83269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="" xmlns:a16="http://schemas.microsoft.com/office/drawing/2014/main" id="{4BF8D611-AB05-48F0-A9B1-C69E552AF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="" xmlns:a16="http://schemas.microsoft.com/office/drawing/2014/main" id="{E5B90937-FB87-B701-FF5E-7FF8C55063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="" xmlns:a16="http://schemas.microsoft.com/office/drawing/2014/main" id="{026AE100-994F-926A-89DA-B6552C658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="" xmlns:a16="http://schemas.microsoft.com/office/drawing/2014/main" id="{680B9D91-D561-F1BF-AF3A-659368F16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3BC72-5998-4B28-B41A-9B7A35260532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="" xmlns:a16="http://schemas.microsoft.com/office/drawing/2014/main" id="{23F96264-482E-8161-56CE-251813FC1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="" xmlns:a16="http://schemas.microsoft.com/office/drawing/2014/main" id="{DCB48018-F5A9-287A-73F4-92D7BB380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E2A28-DA7D-419D-9178-007D171D36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1946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="" xmlns:a16="http://schemas.microsoft.com/office/drawing/2014/main" id="{7AC391F8-9086-DA26-61A5-E97797AD3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="" xmlns:a16="http://schemas.microsoft.com/office/drawing/2014/main" id="{C4384857-6DED-0196-0459-7B7943D29C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="" xmlns:a16="http://schemas.microsoft.com/office/drawing/2014/main" id="{7A83987F-B032-FDF4-ED55-8323FB4AA6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="" xmlns:a16="http://schemas.microsoft.com/office/drawing/2014/main" id="{197DCFE2-D1B0-DFE7-A8D4-7832475790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="" xmlns:a16="http://schemas.microsoft.com/office/drawing/2014/main" id="{53BEEA29-A432-D01C-D461-C3E84FF7E3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="" xmlns:a16="http://schemas.microsoft.com/office/drawing/2014/main" id="{4B999EC9-5AE8-1903-9066-591307B57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3BC72-5998-4B28-B41A-9B7A35260532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="" xmlns:a16="http://schemas.microsoft.com/office/drawing/2014/main" id="{CA433D21-685E-27F6-9221-37375392B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="" xmlns:a16="http://schemas.microsoft.com/office/drawing/2014/main" id="{5EC78D9D-6413-F93C-6C93-BF2BA28F2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E2A28-DA7D-419D-9178-007D171D36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2800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="" xmlns:a16="http://schemas.microsoft.com/office/drawing/2014/main" id="{27BDF2C7-E5F8-C76B-7AE3-071BAFED5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="" xmlns:a16="http://schemas.microsoft.com/office/drawing/2014/main" id="{A709E949-17A1-49B8-0BE2-0D0F7E3F8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3BC72-5998-4B28-B41A-9B7A35260532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="" xmlns:a16="http://schemas.microsoft.com/office/drawing/2014/main" id="{8C79B69D-A955-90F9-4BDD-9F916AF80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="" xmlns:a16="http://schemas.microsoft.com/office/drawing/2014/main" id="{9810F4B0-4B4A-2B97-B54C-CFF6141C3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E2A28-DA7D-419D-9178-007D171D36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2741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="" xmlns:a16="http://schemas.microsoft.com/office/drawing/2014/main" id="{B57D576A-A4B3-C4C8-4A7C-9B5B47AB8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3BC72-5998-4B28-B41A-9B7A35260532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="" xmlns:a16="http://schemas.microsoft.com/office/drawing/2014/main" id="{517E85A6-3553-8CC5-FA53-21D6902BA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="" xmlns:a16="http://schemas.microsoft.com/office/drawing/2014/main" id="{B6B5E69F-E63D-D134-DFCD-30AE21281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E2A28-DA7D-419D-9178-007D171D36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2006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="" xmlns:a16="http://schemas.microsoft.com/office/drawing/2014/main" id="{17EBE0ED-EA49-E4F6-855C-82662C7B8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="" xmlns:a16="http://schemas.microsoft.com/office/drawing/2014/main" id="{1AC243CC-2A26-FAE9-D40F-E53047AEA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="" xmlns:a16="http://schemas.microsoft.com/office/drawing/2014/main" id="{AA91ABD4-95B0-9723-F6DF-A1D2834813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="" xmlns:a16="http://schemas.microsoft.com/office/drawing/2014/main" id="{5FCF6D02-DC3C-9937-AA41-C7F7C45E3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3BC72-5998-4B28-B41A-9B7A35260532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="" xmlns:a16="http://schemas.microsoft.com/office/drawing/2014/main" id="{153AAC97-7E7A-50A1-ED0D-04187D3DB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="" xmlns:a16="http://schemas.microsoft.com/office/drawing/2014/main" id="{7CB1E6C5-4F53-F247-D346-F0E70BCF4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E2A28-DA7D-419D-9178-007D171D36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985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="" xmlns:a16="http://schemas.microsoft.com/office/drawing/2014/main" id="{50F8C202-3C8D-B51C-02CC-301A61012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="" xmlns:a16="http://schemas.microsoft.com/office/drawing/2014/main" id="{CFB8FF98-B7BA-9747-7679-0331A82DDC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="" xmlns:a16="http://schemas.microsoft.com/office/drawing/2014/main" id="{06874E8F-6486-3492-616B-3C0BC0F4B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="" xmlns:a16="http://schemas.microsoft.com/office/drawing/2014/main" id="{3DFD778E-266C-5454-5860-66E921F94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3BC72-5998-4B28-B41A-9B7A35260532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="" xmlns:a16="http://schemas.microsoft.com/office/drawing/2014/main" id="{A3A898B7-CF48-C600-C51B-650883AA8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="" xmlns:a16="http://schemas.microsoft.com/office/drawing/2014/main" id="{A2F39C97-A089-2862-6967-9F812C6F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E2A28-DA7D-419D-9178-007D171D36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535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="" xmlns:a16="http://schemas.microsoft.com/office/drawing/2014/main" id="{F185F95A-A331-6C78-437D-AB69D70C9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="" xmlns:a16="http://schemas.microsoft.com/office/drawing/2014/main" id="{3AA9C756-1AFB-2C64-5BA1-F7F5F36F3C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="" xmlns:a16="http://schemas.microsoft.com/office/drawing/2014/main" id="{8A9CE76D-A2C7-338D-BF9F-8E6DDAB02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3BC72-5998-4B28-B41A-9B7A35260532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="" xmlns:a16="http://schemas.microsoft.com/office/drawing/2014/main" id="{61E9A79E-B973-F606-C3F3-2C52B0C13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="" xmlns:a16="http://schemas.microsoft.com/office/drawing/2014/main" id="{261BCA4A-2922-D18C-2D46-8ECEC8189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E2A28-DA7D-419D-9178-007D171D36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6703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="" xmlns:a16="http://schemas.microsoft.com/office/drawing/2014/main" id="{0737F2A0-D003-396E-C2D3-544CFE798C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="" xmlns:a16="http://schemas.microsoft.com/office/drawing/2014/main" id="{E85F3D9A-77D8-EE0D-F22F-971EBC6155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="" xmlns:a16="http://schemas.microsoft.com/office/drawing/2014/main" id="{DB30AEA2-4E42-01A9-5425-F1AD38C1C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3BC72-5998-4B28-B41A-9B7A35260532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="" xmlns:a16="http://schemas.microsoft.com/office/drawing/2014/main" id="{89017DD9-5796-4B5E-5EDC-78AAFE65A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="" xmlns:a16="http://schemas.microsoft.com/office/drawing/2014/main" id="{C40BF21E-381C-EC68-DC4F-02DA3473F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E2A28-DA7D-419D-9178-007D171D36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5326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="" xmlns:a16="http://schemas.microsoft.com/office/drawing/2014/main" id="{D77B92F7-547F-FAC1-D431-6EFFFF838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="" xmlns:a16="http://schemas.microsoft.com/office/drawing/2014/main" id="{2A01A32D-2027-5508-364C-352803B30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="" xmlns:a16="http://schemas.microsoft.com/office/drawing/2014/main" id="{6BDB9C59-D0B4-8A15-FC10-02E5A28072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53BC72-5998-4B28-B41A-9B7A35260532}" type="datetimeFigureOut">
              <a:rPr lang="fr-FR" smtClean="0"/>
              <a:t>09/11/2025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="" xmlns:a16="http://schemas.microsoft.com/office/drawing/2014/main" id="{01EA6BB1-ACAC-524D-5CD2-12128ABF3B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="" xmlns:a16="http://schemas.microsoft.com/office/drawing/2014/main" id="{6F28F991-5D2C-9E99-AA95-BC0B1395B2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4E2A28-DA7D-419D-9178-007D171D36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6900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="" xmlns:a16="http://schemas.microsoft.com/office/drawing/2014/main" id="{70BED361-536D-44B5-B737-E22F9FDA35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Ny </a:t>
            </a:r>
            <a:r>
              <a:rPr lang="fr-FR" dirty="0" err="1"/>
              <a:t>vavaka</a:t>
            </a:r>
            <a:r>
              <a:rPr lang="fr-FR" dirty="0"/>
              <a:t>,</a:t>
            </a:r>
            <a:br>
              <a:rPr lang="fr-FR" dirty="0"/>
            </a:br>
            <a:r>
              <a:rPr lang="fr-FR" dirty="0" err="1"/>
              <a:t>Manova</a:t>
            </a:r>
            <a:r>
              <a:rPr lang="fr-FR" dirty="0"/>
              <a:t> </a:t>
            </a:r>
            <a:r>
              <a:rPr lang="fr-FR" dirty="0" err="1"/>
              <a:t>zavatra</a:t>
            </a:r>
            <a:r>
              <a:rPr lang="fr-FR" dirty="0"/>
              <a:t>!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="" xmlns:a16="http://schemas.microsoft.com/office/drawing/2014/main" id="{947AF588-0A88-8649-1001-76CEA95FE57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9622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="" xmlns:a16="http://schemas.microsoft.com/office/drawing/2014/main" id="{73457B88-FDF7-809D-ABA0-2E5992184D12}"/>
              </a:ext>
            </a:extLst>
          </p:cNvPr>
          <p:cNvSpPr txBox="1"/>
          <p:nvPr/>
        </p:nvSpPr>
        <p:spPr>
          <a:xfrm>
            <a:off x="267289" y="56273"/>
            <a:ext cx="11718388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7200" b="1" dirty="0"/>
              <a:t>1 Ny </a:t>
            </a:r>
            <a:r>
              <a:rPr lang="fr-FR" sz="7200" b="1" dirty="0" err="1"/>
              <a:t>aizim-pito</a:t>
            </a:r>
            <a:r>
              <a:rPr lang="fr-FR" sz="7200" b="1" dirty="0"/>
              <a:t> </a:t>
            </a:r>
            <a:r>
              <a:rPr lang="fr-FR" sz="7200" b="1" dirty="0" err="1"/>
              <a:t>manorana</a:t>
            </a:r>
            <a:r>
              <a:rPr lang="fr-FR" sz="7200" b="1" dirty="0"/>
              <a:t> </a:t>
            </a:r>
            <a:r>
              <a:rPr lang="fr-FR" sz="7200" b="1" dirty="0" err="1"/>
              <a:t>anao</a:t>
            </a:r>
            <a:endParaRPr lang="fr-FR" sz="7200" b="1" dirty="0"/>
          </a:p>
          <a:p>
            <a:pPr algn="ctr"/>
            <a:r>
              <a:rPr lang="fr-FR" sz="7200" b="1" dirty="0" err="1" smtClean="0"/>
              <a:t>Ny</a:t>
            </a:r>
            <a:r>
              <a:rPr lang="fr-FR" sz="7200" b="1" dirty="0" smtClean="0"/>
              <a:t> </a:t>
            </a:r>
            <a:r>
              <a:rPr lang="fr-FR" sz="7200" b="1" dirty="0" err="1" smtClean="0"/>
              <a:t>asy</a:t>
            </a:r>
            <a:r>
              <a:rPr lang="fr-FR" sz="7200" b="1" dirty="0" smtClean="0"/>
              <a:t> </a:t>
            </a:r>
            <a:r>
              <a:rPr lang="fr-FR" sz="7200" b="1" dirty="0" err="1" smtClean="0"/>
              <a:t>sy</a:t>
            </a:r>
            <a:r>
              <a:rPr lang="fr-FR" sz="7200" b="1" dirty="0" smtClean="0"/>
              <a:t> </a:t>
            </a:r>
            <a:r>
              <a:rPr lang="fr-FR" sz="7200" b="1" dirty="0" err="1" smtClean="0"/>
              <a:t>loza</a:t>
            </a:r>
            <a:r>
              <a:rPr lang="fr-FR" sz="7200" b="1" dirty="0" smtClean="0"/>
              <a:t> </a:t>
            </a:r>
            <a:r>
              <a:rPr lang="fr-FR" sz="7200" b="1" dirty="0" err="1"/>
              <a:t>tsy</a:t>
            </a:r>
            <a:r>
              <a:rPr lang="fr-FR" sz="7200" b="1" dirty="0"/>
              <a:t> </a:t>
            </a:r>
            <a:r>
              <a:rPr lang="fr-FR" sz="7200" b="1" dirty="0" err="1"/>
              <a:t>nampozina</a:t>
            </a:r>
            <a:endParaRPr lang="fr-FR" sz="7200" b="1" dirty="0"/>
          </a:p>
          <a:p>
            <a:pPr algn="ctr"/>
            <a:r>
              <a:rPr lang="fr-FR" sz="7200" b="1" dirty="0" err="1"/>
              <a:t>Mino</a:t>
            </a:r>
            <a:r>
              <a:rPr lang="fr-FR" sz="7200" b="1" dirty="0"/>
              <a:t> aho </a:t>
            </a:r>
            <a:r>
              <a:rPr lang="fr-FR" sz="7200" b="1" dirty="0" err="1"/>
              <a:t>Tompo</a:t>
            </a:r>
            <a:r>
              <a:rPr lang="fr-FR" sz="7200" b="1" dirty="0"/>
              <a:t> ô!</a:t>
            </a:r>
          </a:p>
          <a:p>
            <a:pPr algn="ctr"/>
            <a:r>
              <a:rPr lang="fr-FR" sz="7200" b="1" dirty="0"/>
              <a:t>Fa </a:t>
            </a:r>
            <a:r>
              <a:rPr lang="fr-FR" sz="7200" b="1" dirty="0" err="1"/>
              <a:t>ny</a:t>
            </a:r>
            <a:r>
              <a:rPr lang="fr-FR" sz="7200" b="1" dirty="0"/>
              <a:t> </a:t>
            </a:r>
            <a:r>
              <a:rPr lang="fr-FR" sz="7200" b="1" dirty="0" err="1"/>
              <a:t>vavaka</a:t>
            </a:r>
            <a:r>
              <a:rPr lang="fr-FR" sz="7200" b="1" dirty="0"/>
              <a:t> no </a:t>
            </a:r>
            <a:r>
              <a:rPr lang="fr-FR" sz="7200" b="1" dirty="0" err="1"/>
              <a:t>manova</a:t>
            </a:r>
            <a:r>
              <a:rPr lang="fr-FR" sz="7200" b="1" dirty="0"/>
              <a:t> </a:t>
            </a:r>
            <a:r>
              <a:rPr lang="fr-FR" sz="7200" b="1" dirty="0" err="1"/>
              <a:t>zavatra</a:t>
            </a:r>
            <a:endParaRPr lang="fr-FR" sz="7200" b="1" dirty="0"/>
          </a:p>
        </p:txBody>
      </p:sp>
    </p:spTree>
    <p:extLst>
      <p:ext uri="{BB962C8B-B14F-4D97-AF65-F5344CB8AC3E}">
        <p14:creationId xmlns:p14="http://schemas.microsoft.com/office/powerpoint/2010/main" val="31218283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="" xmlns:a16="http://schemas.microsoft.com/office/drawing/2014/main" id="{D33CA3FC-31D2-3B6C-DFEE-73FB04103C89}"/>
              </a:ext>
            </a:extLst>
          </p:cNvPr>
          <p:cNvSpPr txBox="1"/>
          <p:nvPr/>
        </p:nvSpPr>
        <p:spPr>
          <a:xfrm>
            <a:off x="0" y="267286"/>
            <a:ext cx="12192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Ny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vavaka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</a:t>
            </a:r>
          </a:p>
          <a:p>
            <a:pPr algn="ctr"/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Manova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zavatra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!</a:t>
            </a:r>
          </a:p>
          <a:p>
            <a:pPr algn="ctr"/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andro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ratsy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na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tsara</a:t>
            </a:r>
            <a:endParaRPr lang="fr-FR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Jesosy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no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toky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ka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mivavaha</a:t>
            </a:r>
            <a:endParaRPr lang="fr-FR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Mino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aho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Tompo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ô</a:t>
            </a:r>
          </a:p>
          <a:p>
            <a:pPr algn="ctr"/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Fa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vavaka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no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manova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zavatra</a:t>
            </a:r>
            <a:endParaRPr lang="fr-FR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61466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="" xmlns:a16="http://schemas.microsoft.com/office/drawing/2014/main" id="{B3C331DB-8F68-61E7-6D87-4CFE0A866B63}"/>
              </a:ext>
            </a:extLst>
          </p:cNvPr>
          <p:cNvSpPr txBox="1"/>
          <p:nvPr/>
        </p:nvSpPr>
        <p:spPr>
          <a:xfrm>
            <a:off x="0" y="1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7200" b="1" dirty="0"/>
              <a:t>2 Ka </a:t>
            </a:r>
            <a:r>
              <a:rPr lang="fr-FR" sz="7200" b="1" dirty="0" err="1"/>
              <a:t>mivavaha</a:t>
            </a:r>
            <a:r>
              <a:rPr lang="fr-FR" sz="7200" b="1" dirty="0"/>
              <a:t> ho </a:t>
            </a:r>
            <a:r>
              <a:rPr lang="fr-FR" sz="7200" b="1" dirty="0" err="1"/>
              <a:t>an'ireo</a:t>
            </a:r>
            <a:r>
              <a:rPr lang="fr-FR" sz="7200" b="1" dirty="0"/>
              <a:t> </a:t>
            </a:r>
            <a:r>
              <a:rPr lang="fr-FR" sz="7200" b="1" dirty="0" err="1"/>
              <a:t>izay</a:t>
            </a:r>
            <a:r>
              <a:rPr lang="fr-FR" sz="7200" b="1" dirty="0"/>
              <a:t> </a:t>
            </a:r>
            <a:r>
              <a:rPr lang="fr-FR" sz="7200" b="1" dirty="0" err="1"/>
              <a:t>very</a:t>
            </a:r>
            <a:endParaRPr lang="fr-FR" sz="7200" b="1" dirty="0"/>
          </a:p>
          <a:p>
            <a:pPr algn="ctr"/>
            <a:r>
              <a:rPr lang="fr-FR" sz="7200" b="1" dirty="0" err="1"/>
              <a:t>Soloy</a:t>
            </a:r>
            <a:r>
              <a:rPr lang="fr-FR" sz="7200" b="1" dirty="0"/>
              <a:t> </a:t>
            </a:r>
            <a:r>
              <a:rPr lang="fr-FR" sz="7200" b="1" dirty="0" err="1"/>
              <a:t>hira</a:t>
            </a:r>
            <a:r>
              <a:rPr lang="fr-FR" sz="7200" b="1" dirty="0"/>
              <a:t> </a:t>
            </a:r>
            <a:r>
              <a:rPr lang="fr-FR" sz="7200" b="1" dirty="0" err="1"/>
              <a:t>ny</a:t>
            </a:r>
            <a:r>
              <a:rPr lang="fr-FR" sz="7200" b="1" dirty="0"/>
              <a:t> </a:t>
            </a:r>
            <a:r>
              <a:rPr lang="fr-FR" sz="7200" b="1" dirty="0" err="1"/>
              <a:t>sentonao</a:t>
            </a:r>
            <a:endParaRPr lang="fr-FR" sz="7200" b="1" dirty="0"/>
          </a:p>
          <a:p>
            <a:pPr algn="ctr"/>
            <a:r>
              <a:rPr lang="fr-FR" sz="7200" b="1" dirty="0"/>
              <a:t>Ka </a:t>
            </a:r>
            <a:r>
              <a:rPr lang="fr-FR" sz="7200" b="1" dirty="0" err="1"/>
              <a:t>mivavaha</a:t>
            </a:r>
            <a:r>
              <a:rPr lang="fr-FR" sz="7200" b="1" dirty="0"/>
              <a:t> </a:t>
            </a:r>
          </a:p>
          <a:p>
            <a:pPr algn="ctr"/>
            <a:r>
              <a:rPr lang="fr-FR" sz="7200" b="1" dirty="0"/>
              <a:t>Fa </a:t>
            </a:r>
            <a:r>
              <a:rPr lang="fr-FR" sz="7200" b="1" dirty="0" err="1"/>
              <a:t>ny</a:t>
            </a:r>
            <a:r>
              <a:rPr lang="fr-FR" sz="7200" b="1" dirty="0"/>
              <a:t> </a:t>
            </a:r>
            <a:r>
              <a:rPr lang="fr-FR" sz="7200" b="1" dirty="0" err="1"/>
              <a:t>vavaka</a:t>
            </a:r>
            <a:r>
              <a:rPr lang="fr-FR" sz="7200" b="1" dirty="0"/>
              <a:t> no </a:t>
            </a:r>
            <a:r>
              <a:rPr lang="fr-FR" sz="7200" b="1" dirty="0" err="1"/>
              <a:t>manova</a:t>
            </a:r>
            <a:r>
              <a:rPr lang="fr-FR" sz="7200" b="1" dirty="0"/>
              <a:t> </a:t>
            </a:r>
            <a:r>
              <a:rPr lang="fr-FR" sz="7200" b="1" dirty="0" err="1"/>
              <a:t>zavatra</a:t>
            </a:r>
            <a:endParaRPr lang="fr-FR" sz="7200" b="1" dirty="0"/>
          </a:p>
        </p:txBody>
      </p:sp>
    </p:spTree>
    <p:extLst>
      <p:ext uri="{BB962C8B-B14F-4D97-AF65-F5344CB8AC3E}">
        <p14:creationId xmlns:p14="http://schemas.microsoft.com/office/powerpoint/2010/main" val="7839818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="" xmlns:a16="http://schemas.microsoft.com/office/drawing/2014/main" id="{D33CA3FC-31D2-3B6C-DFEE-73FB04103C89}"/>
              </a:ext>
            </a:extLst>
          </p:cNvPr>
          <p:cNvSpPr txBox="1"/>
          <p:nvPr/>
        </p:nvSpPr>
        <p:spPr>
          <a:xfrm>
            <a:off x="0" y="239150"/>
            <a:ext cx="12192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Ny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vavaka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</a:t>
            </a:r>
          </a:p>
          <a:p>
            <a:pPr algn="ctr"/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Manova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zavatra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!</a:t>
            </a:r>
          </a:p>
          <a:p>
            <a:pPr algn="ctr"/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andro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ratsy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na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tsara</a:t>
            </a:r>
            <a:endParaRPr lang="fr-FR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Jesosy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no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toky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ka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mivavaha</a:t>
            </a:r>
            <a:endParaRPr lang="fr-FR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Mino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aho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Tompo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ô</a:t>
            </a:r>
          </a:p>
          <a:p>
            <a:pPr algn="ctr"/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Fa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vavaka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no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manova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zavatra</a:t>
            </a:r>
            <a:endParaRPr lang="fr-FR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972006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="" xmlns:a16="http://schemas.microsoft.com/office/drawing/2014/main" id="{0F800777-BCD8-361D-ACE3-20BDC4F4BEC2}"/>
              </a:ext>
            </a:extLst>
          </p:cNvPr>
          <p:cNvSpPr txBox="1"/>
          <p:nvPr/>
        </p:nvSpPr>
        <p:spPr>
          <a:xfrm>
            <a:off x="0" y="1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3 </a:t>
            </a:r>
            <a:r>
              <a:rPr lang="fr-FR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Misy</a:t>
            </a:r>
            <a:r>
              <a:rPr lang="fr-FR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fiadanana</a:t>
            </a:r>
            <a:r>
              <a:rPr lang="fr-FR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ny</a:t>
            </a:r>
            <a:r>
              <a:rPr lang="fr-FR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vavaka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fr-FR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Ho </a:t>
            </a:r>
            <a:r>
              <a:rPr lang="fr-FR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an'izay</a:t>
            </a:r>
            <a:r>
              <a:rPr lang="fr-FR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azon'ny</a:t>
            </a:r>
            <a:r>
              <a:rPr lang="fr-FR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adim-piainana</a:t>
            </a:r>
            <a:r>
              <a:rPr lang="fr-FR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  <a:p>
            <a:pPr algn="ctr"/>
            <a:r>
              <a:rPr lang="fr-FR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Mino</a:t>
            </a:r>
            <a:r>
              <a:rPr lang="fr-FR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aho </a:t>
            </a:r>
            <a:r>
              <a:rPr lang="fr-FR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Tompo</a:t>
            </a:r>
            <a:r>
              <a:rPr lang="fr-FR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ô!</a:t>
            </a:r>
          </a:p>
          <a:p>
            <a:pPr algn="ctr"/>
            <a:r>
              <a:rPr lang="fr-FR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Fa </a:t>
            </a:r>
            <a:r>
              <a:rPr lang="fr-FR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ny</a:t>
            </a:r>
            <a:r>
              <a:rPr lang="fr-FR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vavaka</a:t>
            </a:r>
            <a:r>
              <a:rPr lang="fr-FR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no </a:t>
            </a:r>
            <a:r>
              <a:rPr lang="fr-FR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manova</a:t>
            </a:r>
            <a:r>
              <a:rPr lang="fr-FR" sz="7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72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zavatra</a:t>
            </a:r>
            <a:endParaRPr lang="fr-FR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01743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="" xmlns:a16="http://schemas.microsoft.com/office/drawing/2014/main" id="{D33CA3FC-31D2-3B6C-DFEE-73FB04103C89}"/>
              </a:ext>
            </a:extLst>
          </p:cNvPr>
          <p:cNvSpPr txBox="1"/>
          <p:nvPr/>
        </p:nvSpPr>
        <p:spPr>
          <a:xfrm>
            <a:off x="0" y="323558"/>
            <a:ext cx="12192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Ny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vavaka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,</a:t>
            </a:r>
          </a:p>
          <a:p>
            <a:pPr algn="ctr"/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Manova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zavatra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!</a:t>
            </a:r>
          </a:p>
          <a:p>
            <a:pPr algn="ctr"/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Na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andro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ratsy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na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tsara</a:t>
            </a:r>
            <a:endParaRPr lang="fr-FR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Jesosy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no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toky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ka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mivavaha</a:t>
            </a:r>
            <a:endParaRPr lang="fr-FR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Mino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aho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Tompo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ô</a:t>
            </a:r>
          </a:p>
          <a:p>
            <a:pPr algn="ctr"/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Fa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ny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vavaka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no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manova</a:t>
            </a:r>
            <a:r>
              <a:rPr lang="fr-FR" sz="6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fr-FR" sz="66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zavatra</a:t>
            </a:r>
            <a:endParaRPr lang="fr-FR" sz="66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194616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142</Words>
  <Application>Microsoft Office PowerPoint</Application>
  <PresentationFormat>Grand écran</PresentationFormat>
  <Paragraphs>31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Thème Office</vt:lpstr>
      <vt:lpstr>Ny vavaka, Manova zavatra!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Ny vavaka, Manova zavatra!</dc:title>
  <dc:creator>Gaming</dc:creator>
  <cp:lastModifiedBy>Gaming</cp:lastModifiedBy>
  <cp:revision>5</cp:revision>
  <dcterms:created xsi:type="dcterms:W3CDTF">2024-06-09T04:03:55Z</dcterms:created>
  <dcterms:modified xsi:type="dcterms:W3CDTF">2025-11-09T08:44:55Z</dcterms:modified>
</cp:coreProperties>
</file>