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154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423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42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87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19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33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8887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94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28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87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27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D3AD3-0A88-4FA2-879B-297A1A77BFF8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DD928-D792-42E5-B570-FF1B009B6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494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9600" b="1" dirty="0" smtClean="0"/>
              <a:t>Oh happy </a:t>
            </a:r>
            <a:r>
              <a:rPr lang="fr-FR" sz="9600" b="1" dirty="0" err="1" smtClean="0"/>
              <a:t>days</a:t>
            </a:r>
            <a:endParaRPr lang="fr-FR" sz="96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9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2878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 happy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day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Jesus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washed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washed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sins</a:t>
            </a:r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away</a:t>
            </a:r>
            <a:endParaRPr lang="fr-FR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018849"/>
            <a:ext cx="1219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taught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 how to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watch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fight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He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will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rejoice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him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day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001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32</Words>
  <Application>Microsoft Office PowerPoint</Application>
  <PresentationFormat>Grand écran</PresentationFormat>
  <Paragraphs>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Oh happy days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 happy days</dc:title>
  <dc:creator>Gaming</dc:creator>
  <cp:lastModifiedBy>Gaming</cp:lastModifiedBy>
  <cp:revision>2</cp:revision>
  <dcterms:created xsi:type="dcterms:W3CDTF">2025-10-26T05:50:04Z</dcterms:created>
  <dcterms:modified xsi:type="dcterms:W3CDTF">2025-11-02T05:43:14Z</dcterms:modified>
</cp:coreProperties>
</file>