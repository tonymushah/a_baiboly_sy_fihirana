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FE069-D4D7-45C2-8E6C-FBD30A0321BB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ADDA-9287-4D1F-85EE-79BB21D7C5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580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FE069-D4D7-45C2-8E6C-FBD30A0321BB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ADDA-9287-4D1F-85EE-79BB21D7C5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7808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FE069-D4D7-45C2-8E6C-FBD30A0321BB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ADDA-9287-4D1F-85EE-79BB21D7C5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167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FE069-D4D7-45C2-8E6C-FBD30A0321BB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ADDA-9287-4D1F-85EE-79BB21D7C5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9207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FE069-D4D7-45C2-8E6C-FBD30A0321BB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ADDA-9287-4D1F-85EE-79BB21D7C5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977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FE069-D4D7-45C2-8E6C-FBD30A0321BB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ADDA-9287-4D1F-85EE-79BB21D7C5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417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FE069-D4D7-45C2-8E6C-FBD30A0321BB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ADDA-9287-4D1F-85EE-79BB21D7C5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714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FE069-D4D7-45C2-8E6C-FBD30A0321BB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ADDA-9287-4D1F-85EE-79BB21D7C5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7700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FE069-D4D7-45C2-8E6C-FBD30A0321BB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ADDA-9287-4D1F-85EE-79BB21D7C5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5830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FE069-D4D7-45C2-8E6C-FBD30A0321BB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ADDA-9287-4D1F-85EE-79BB21D7C5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2332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FE069-D4D7-45C2-8E6C-FBD30A0321BB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ADDA-9287-4D1F-85EE-79BB21D7C5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6718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FE069-D4D7-45C2-8E6C-FBD30A0321BB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4ADDA-9287-4D1F-85EE-79BB21D7C5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274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9600" dirty="0" smtClean="0"/>
              <a:t>He </a:t>
            </a:r>
            <a:r>
              <a:rPr lang="fr-FR" sz="9600" dirty="0" err="1" smtClean="0"/>
              <a:t>izany</a:t>
            </a:r>
            <a:r>
              <a:rPr lang="fr-FR" sz="9600" dirty="0" smtClean="0"/>
              <a:t> </a:t>
            </a:r>
            <a:r>
              <a:rPr lang="fr-FR" sz="9600" dirty="0" err="1" smtClean="0"/>
              <a:t>hira</a:t>
            </a:r>
            <a:r>
              <a:rPr lang="fr-FR" sz="9600" dirty="0" smtClean="0"/>
              <a:t> </a:t>
            </a:r>
            <a:r>
              <a:rPr lang="fr-FR" sz="9600" dirty="0" err="1" smtClean="0"/>
              <a:t>soa</a:t>
            </a:r>
            <a:endParaRPr lang="fr-FR" sz="96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3477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40918"/>
            <a:ext cx="12192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He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izany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hira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an-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danitr'avo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ao.</a:t>
            </a:r>
            <a:endParaRPr lang="fr-FR" sz="8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foko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ravo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Mankalaz'Anao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Jeso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fr-FR" sz="8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3703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66669"/>
            <a:ext cx="12192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Lakolosy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tsara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feo</a:t>
            </a:r>
            <a:endParaRPr lang="fr-FR" sz="8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r>
              <a:rPr lang="fr-FR" sz="8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ndio</a:t>
            </a:r>
            <a:r>
              <a:rPr lang="fr-FR" sz="8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endParaRPr lang="fr-FR" sz="88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manehoeho</a:t>
            </a:r>
            <a:endParaRPr lang="fr-FR" sz="8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r>
              <a:rPr lang="fr-FR" sz="8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ndio</a:t>
            </a:r>
            <a:r>
              <a:rPr lang="fr-FR" sz="8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endParaRPr lang="fr-FR" sz="88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36260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40160"/>
            <a:ext cx="12192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Njao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mifaly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mihoby</a:t>
            </a:r>
            <a:endParaRPr lang="fr-FR" sz="8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ndio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endParaRPr lang="fr-FR" sz="80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F'efa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tonga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Mpamonjy</a:t>
            </a:r>
            <a:endParaRPr lang="fr-FR" sz="8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ndio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endParaRPr lang="fr-FR" sz="8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98014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Izahay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mifalifaly</a:t>
            </a:r>
            <a:endParaRPr lang="fr-FR" sz="8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F'efa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afaka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jaly</a:t>
            </a:r>
            <a:endParaRPr lang="fr-FR" sz="8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Jesosy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Zay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nomena</a:t>
            </a:r>
            <a:endParaRPr lang="fr-FR" sz="8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Tamin'ny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alim-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pamonjena</a:t>
            </a:r>
            <a:endParaRPr lang="fr-FR" sz="8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35475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12192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Noelim-pijaliana</a:t>
            </a:r>
            <a:endParaRPr lang="fr-FR" sz="8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r>
              <a:rPr lang="fr-FR" sz="8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ndio</a:t>
            </a:r>
            <a:r>
              <a:rPr lang="fr-FR" sz="8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endParaRPr lang="fr-FR" sz="88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Zay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nandraisam-pitahiana</a:t>
            </a:r>
            <a:endParaRPr lang="fr-FR" sz="8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r>
              <a:rPr lang="fr-FR" sz="8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ndio</a:t>
            </a:r>
            <a:r>
              <a:rPr lang="fr-FR" sz="8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endParaRPr lang="fr-FR" sz="88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894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1068"/>
            <a:ext cx="12192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foko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mania</a:t>
            </a:r>
          </a:p>
          <a:p>
            <a:pPr algn="ctr"/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r>
              <a:rPr lang="fr-FR" sz="8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ndio</a:t>
            </a:r>
            <a:r>
              <a:rPr lang="fr-FR" sz="8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endParaRPr lang="fr-FR" sz="88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Tananao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Jesoa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r>
              <a:rPr lang="fr-FR" sz="8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ndio</a:t>
            </a:r>
            <a:r>
              <a:rPr lang="fr-FR" sz="8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endParaRPr lang="fr-FR" sz="8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51809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72736"/>
            <a:ext cx="12192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Ka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isaoranay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Tompo</a:t>
            </a:r>
            <a:endParaRPr lang="fr-FR" sz="8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nanaiky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ho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mpanompo</a:t>
            </a:r>
            <a:endParaRPr lang="fr-FR" sz="8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T'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am-pihinanambilon'omby</a:t>
            </a:r>
            <a:endParaRPr lang="fr-FR" sz="8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tranobe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omby</a:t>
            </a:r>
            <a:endParaRPr lang="fr-FR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5397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2432"/>
            <a:ext cx="12192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veloma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hianareo</a:t>
            </a:r>
            <a:endParaRPr lang="fr-FR" sz="8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r>
              <a:rPr lang="fr-FR" sz="8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ndio</a:t>
            </a:r>
            <a:r>
              <a:rPr lang="fr-FR" sz="8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endParaRPr lang="fr-FR" sz="88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Ray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manoloana</a:t>
            </a:r>
            <a:endParaRPr lang="fr-FR" sz="8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r>
              <a:rPr lang="fr-FR" sz="8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ndio</a:t>
            </a:r>
            <a:r>
              <a:rPr lang="fr-FR" sz="8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endParaRPr lang="fr-FR" sz="88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52580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raha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Edena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/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ambony</a:t>
            </a:r>
            <a:endParaRPr lang="fr-FR" sz="8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r>
              <a:rPr lang="fr-FR" sz="8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ndio</a:t>
            </a:r>
            <a:r>
              <a:rPr lang="fr-FR" sz="8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endParaRPr lang="fr-FR" sz="88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hisaraka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intsony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r>
              <a:rPr lang="fr-FR" sz="8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ndio</a:t>
            </a:r>
            <a:r>
              <a:rPr lang="fr-FR" sz="8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8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ndao</a:t>
            </a:r>
            <a:endParaRPr lang="fr-FR" sz="8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4187733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160</Words>
  <Application>Microsoft Office PowerPoint</Application>
  <PresentationFormat>Grand écran</PresentationFormat>
  <Paragraphs>38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Thème Office</vt:lpstr>
      <vt:lpstr>He izany hira soa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 izany hira soa</dc:title>
  <dc:creator>Gaming</dc:creator>
  <cp:lastModifiedBy>Gaming</cp:lastModifiedBy>
  <cp:revision>3</cp:revision>
  <dcterms:created xsi:type="dcterms:W3CDTF">2025-10-26T05:13:28Z</dcterms:created>
  <dcterms:modified xsi:type="dcterms:W3CDTF">2025-10-26T05:29:04Z</dcterms:modified>
</cp:coreProperties>
</file>