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60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70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17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81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90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56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9528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74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7128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20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883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A8641-C568-482A-AE5D-30C5FFB24E52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5B680-A80D-4912-9CEB-E538AF11A0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14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11500" dirty="0" err="1" smtClean="0"/>
              <a:t>Hazo</a:t>
            </a:r>
            <a:r>
              <a:rPr lang="fr-FR" sz="11500" dirty="0" smtClean="0"/>
              <a:t> </a:t>
            </a:r>
            <a:r>
              <a:rPr lang="fr-FR" sz="11500" dirty="0" err="1" smtClean="0"/>
              <a:t>noely</a:t>
            </a:r>
            <a:endParaRPr lang="fr-FR" sz="115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28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izao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midera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r'Ilay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Mesia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hamonjy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zava-rehetra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nataon'ny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Ray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tety</a:t>
            </a:r>
            <a:endParaRPr lang="fr-FR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lnSpc>
                <a:spcPct val="150000"/>
              </a:lnSpc>
            </a:pP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kintana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fr-FR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MIDERA AVOKOA</a:t>
            </a:r>
            <a:endParaRPr lang="fr-FR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1223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Noely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hafa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tsara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ery</a:t>
            </a:r>
            <a:endParaRPr lang="fr-FR" sz="8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kintana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 algn="ctr"/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ny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hazo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8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rehetra</a:t>
            </a:r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ctr"/>
            <a:r>
              <a:rPr lang="fr-FR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MIDERA AVOKA</a:t>
            </a:r>
            <a:endParaRPr lang="fr-FR" sz="8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25902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Grand écran</PresentationFormat>
  <Paragraphs>11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Hazo noely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Hazo noely</dc:title>
  <dc:creator>Gaming</dc:creator>
  <cp:lastModifiedBy>Gaming</cp:lastModifiedBy>
  <cp:revision>1</cp:revision>
  <dcterms:created xsi:type="dcterms:W3CDTF">2025-11-16T05:07:17Z</dcterms:created>
  <dcterms:modified xsi:type="dcterms:W3CDTF">2025-11-16T05:07:24Z</dcterms:modified>
</cp:coreProperties>
</file>