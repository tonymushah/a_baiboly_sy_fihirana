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155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85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62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959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055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1200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86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0606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765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055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996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D1DD-CD8B-4E44-83AA-F986990B760C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25641-D51C-4252-9DFA-BCABDDC593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26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16600" dirty="0" err="1" smtClean="0"/>
              <a:t>Arahaba</a:t>
            </a:r>
            <a:endParaRPr lang="fr-FR" sz="166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01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6908" y="78359"/>
            <a:ext cx="11083636" cy="6666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Arahaba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atolotray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antsika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mihaona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Arahaba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satria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velon'aina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tafahaona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5826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Salama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havako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 </a:t>
            </a: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mbôla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tsara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longoko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</a:t>
            </a: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hirarianay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isika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rehetra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haharitra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hatramin'ny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farany</a:t>
            </a:r>
            <a:endParaRPr lang="fr-FR" sz="8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270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1975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Arahaba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Ray aman-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dreny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ctr"/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Arahaba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zoky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zandry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30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637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Arahaba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fianakaviana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ctr"/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Arahaba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sakaiza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9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tiana</a:t>
            </a:r>
            <a:r>
              <a:rPr lang="fr-FR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1343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274"/>
            <a:ext cx="12192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Arahaba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(Ho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antsika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rehetra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Arahaba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hirariana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012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1975"/>
            <a:ext cx="1219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Arahaba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(Dia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isika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rehetra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sz="8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an-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kanavaka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avokoa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eee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ctr"/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Arahaba</a:t>
            </a:r>
            <a:endParaRPr lang="fr-FR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6040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78</Words>
  <Application>Microsoft Office PowerPoint</Application>
  <PresentationFormat>Grand écran</PresentationFormat>
  <Paragraphs>22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Arahaba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Arahaba</dc:title>
  <dc:creator>Gaming</dc:creator>
  <cp:lastModifiedBy>Gaming</cp:lastModifiedBy>
  <cp:revision>7</cp:revision>
  <dcterms:created xsi:type="dcterms:W3CDTF">2025-11-09T04:44:23Z</dcterms:created>
  <dcterms:modified xsi:type="dcterms:W3CDTF">2025-11-30T05:26:02Z</dcterms:modified>
</cp:coreProperties>
</file>