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54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66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17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04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0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65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899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97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67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943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567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369C6-8C74-43F4-8D25-B0D45B8EDBB3}" type="datetimeFigureOut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681E3-9573-45F8-BB83-7B1040166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934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8800" b="1" dirty="0" err="1" smtClean="0"/>
              <a:t>Venteso</a:t>
            </a:r>
            <a:r>
              <a:rPr lang="fr-FR" sz="8800" b="1" dirty="0" smtClean="0"/>
              <a:t> </a:t>
            </a:r>
            <a:r>
              <a:rPr lang="fr-FR" sz="8800" b="1" dirty="0" err="1" smtClean="0"/>
              <a:t>ry</a:t>
            </a:r>
            <a:r>
              <a:rPr lang="fr-FR" sz="8800" b="1" dirty="0" smtClean="0"/>
              <a:t> </a:t>
            </a:r>
            <a:r>
              <a:rPr lang="fr-FR" sz="8800" b="1" dirty="0" err="1" smtClean="0"/>
              <a:t>anjely</a:t>
            </a:r>
            <a:endParaRPr lang="fr-FR" sz="88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57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8637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7200" b="1" dirty="0" smtClean="0"/>
              <a:t>1. </a:t>
            </a:r>
            <a:r>
              <a:rPr lang="fr-FR" sz="7200" b="1" dirty="0" err="1" smtClean="0"/>
              <a:t>Venteso</a:t>
            </a:r>
            <a:r>
              <a:rPr lang="fr-FR" sz="7200" b="1" dirty="0" smtClean="0"/>
              <a:t> </a:t>
            </a:r>
            <a:r>
              <a:rPr lang="fr-FR" sz="7200" b="1" dirty="0" err="1" smtClean="0"/>
              <a:t>ry</a:t>
            </a:r>
            <a:r>
              <a:rPr lang="fr-FR" sz="7200" b="1" dirty="0" smtClean="0"/>
              <a:t> </a:t>
            </a:r>
            <a:r>
              <a:rPr lang="fr-FR" sz="7200" b="1" dirty="0" err="1" smtClean="0"/>
              <a:t>anjely</a:t>
            </a:r>
            <a:r>
              <a:rPr lang="fr-FR" sz="7200" b="1" dirty="0" smtClean="0"/>
              <a:t>, </a:t>
            </a:r>
          </a:p>
          <a:p>
            <a:pPr algn="ctr"/>
            <a:r>
              <a:rPr lang="fr-FR" sz="7200" b="1" dirty="0" err="1" smtClean="0"/>
              <a:t>Ny</a:t>
            </a:r>
            <a:r>
              <a:rPr lang="fr-FR" sz="7200" b="1" dirty="0" smtClean="0"/>
              <a:t> </a:t>
            </a:r>
            <a:r>
              <a:rPr lang="fr-FR" sz="7200" b="1" dirty="0" err="1" smtClean="0"/>
              <a:t>hiran-danitra</a:t>
            </a:r>
            <a:r>
              <a:rPr lang="fr-FR" sz="7200" b="1" dirty="0" smtClean="0"/>
              <a:t>,</a:t>
            </a:r>
          </a:p>
          <a:p>
            <a:pPr algn="ctr"/>
            <a:r>
              <a:rPr lang="fr-FR" sz="7200" b="1" dirty="0" smtClean="0"/>
              <a:t>Fa </a:t>
            </a:r>
            <a:r>
              <a:rPr lang="fr-FR" sz="7200" b="1" dirty="0" err="1" smtClean="0"/>
              <a:t>terak'Imanoely</a:t>
            </a:r>
            <a:r>
              <a:rPr lang="fr-FR" sz="7200" b="1" dirty="0" smtClean="0"/>
              <a:t>,</a:t>
            </a:r>
          </a:p>
          <a:p>
            <a:pPr algn="ctr"/>
            <a:r>
              <a:rPr lang="fr-FR" sz="7200" b="1" dirty="0" err="1" smtClean="0"/>
              <a:t>Jeso</a:t>
            </a:r>
            <a:r>
              <a:rPr lang="fr-FR" sz="7200" b="1" dirty="0" smtClean="0"/>
              <a:t> </a:t>
            </a:r>
            <a:r>
              <a:rPr lang="fr-FR" sz="7200" b="1" dirty="0" err="1" smtClean="0"/>
              <a:t>Mpanavotra</a:t>
            </a:r>
            <a:r>
              <a:rPr lang="fr-FR" sz="7200" b="1" dirty="0" smtClean="0"/>
              <a:t>!</a:t>
            </a:r>
          </a:p>
          <a:p>
            <a:pPr algn="ctr"/>
            <a:r>
              <a:rPr lang="fr-FR" sz="7200" b="1" dirty="0" err="1" smtClean="0"/>
              <a:t>Misokatr'aminay</a:t>
            </a:r>
            <a:endParaRPr lang="fr-FR" sz="7200" b="1" dirty="0" smtClean="0"/>
          </a:p>
          <a:p>
            <a:pPr algn="ctr"/>
            <a:r>
              <a:rPr lang="fr-FR" sz="7200" b="1" dirty="0" err="1" smtClean="0"/>
              <a:t>Ny</a:t>
            </a:r>
            <a:r>
              <a:rPr lang="fr-FR" sz="7200" b="1" dirty="0" smtClean="0"/>
              <a:t> lapa-</a:t>
            </a:r>
            <a:r>
              <a:rPr lang="fr-FR" sz="7200" b="1" dirty="0" err="1" smtClean="0"/>
              <a:t>soan'ny</a:t>
            </a:r>
            <a:r>
              <a:rPr lang="fr-FR" sz="7200" b="1" dirty="0" smtClean="0"/>
              <a:t> Ray:</a:t>
            </a:r>
            <a:endParaRPr lang="fr-FR" sz="7200" b="1" dirty="0"/>
          </a:p>
        </p:txBody>
      </p:sp>
    </p:spTree>
    <p:extLst>
      <p:ext uri="{BB962C8B-B14F-4D97-AF65-F5344CB8AC3E}">
        <p14:creationId xmlns:p14="http://schemas.microsoft.com/office/powerpoint/2010/main" val="291748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1068"/>
            <a:ext cx="121920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</a:p>
          <a:p>
            <a:pPr algn="ctr"/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Tomponao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fr-FR" sz="1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797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516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zazakely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Hanakoako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hiran'ny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Noely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Haleloia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vaovao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terak'ao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Jodia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Jesosy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'Lay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Mesia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335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1068"/>
            <a:ext cx="121920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</a:p>
          <a:p>
            <a:pPr algn="ctr"/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115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Tomponao</a:t>
            </a:r>
            <a:r>
              <a:rPr lang="fr-FR" sz="11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fr-FR" sz="1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94258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Grand écran</PresentationFormat>
  <Paragraphs>19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Venteso ry anjely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Venteso ry anjely</dc:title>
  <dc:creator>Gaming</dc:creator>
  <cp:lastModifiedBy>Gaming</cp:lastModifiedBy>
  <cp:revision>1</cp:revision>
  <dcterms:created xsi:type="dcterms:W3CDTF">2025-11-09T05:33:21Z</dcterms:created>
  <dcterms:modified xsi:type="dcterms:W3CDTF">2025-11-09T05:33:26Z</dcterms:modified>
</cp:coreProperties>
</file>