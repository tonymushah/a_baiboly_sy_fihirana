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83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83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94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27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73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24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94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552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84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22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7035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D1240-0B3E-45A3-B25F-09740EA79A4D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3D711-83F5-4A9D-8472-5A54292A7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11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fitiavan’i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Kristy</a:t>
            </a:r>
            <a:endParaRPr lang="fr-F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18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41669"/>
            <a:ext cx="12192000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Kristy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tokinay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 ...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Sambatra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izahay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mifankatia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avotray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nisolo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heloka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Fa...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vonjy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an'izao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tontolo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1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637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Kristy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nanery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hifankatia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hiara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-dia</a:t>
            </a:r>
          </a:p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mandrakizay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doria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doria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945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3032"/>
            <a:ext cx="12192000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Izahay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kivy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mafy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adidinay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hiezaka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hatrany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hitaraina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hizahozaho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951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637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Kristy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nanery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hifankatia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hiara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-dia</a:t>
            </a:r>
          </a:p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fitiavanao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mandrakizay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doria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doria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91172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Grand écran</PresentationFormat>
  <Paragraphs>21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Ny fitiavan’i Kristy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 fitiavan’i Kristy</dc:title>
  <dc:creator>Gaming</dc:creator>
  <cp:lastModifiedBy>Gaming</cp:lastModifiedBy>
  <cp:revision>1</cp:revision>
  <dcterms:created xsi:type="dcterms:W3CDTF">2025-11-23T07:06:57Z</dcterms:created>
  <dcterms:modified xsi:type="dcterms:W3CDTF">2025-11-23T07:07:24Z</dcterms:modified>
</cp:coreProperties>
</file>