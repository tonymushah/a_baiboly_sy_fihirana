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3" r:id="rId4"/>
    <p:sldId id="260" r:id="rId5"/>
    <p:sldId id="264" r:id="rId6"/>
    <p:sldId id="262" r:id="rId7"/>
    <p:sldId id="265" r:id="rId8"/>
  </p:sldIdLst>
  <p:sldSz cx="9144000" cy="5143500" type="screen16x9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726" y="7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6B9105-58DF-420E-92D5-D5FE9B694C60}" type="datetimeFigureOut">
              <a:rPr lang="fr-FR"/>
              <a:pPr>
                <a:defRPr/>
              </a:pPr>
              <a:t>21/09/2025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DE5B74-3A3D-474C-8FF0-0BA3BBEFB64E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8569474"/>
      </p:ext>
    </p:extLst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1FFFB8-C8FA-485B-B640-51F36AB88556}" type="datetimeFigureOut">
              <a:rPr lang="fr-FR"/>
              <a:pPr>
                <a:defRPr/>
              </a:pPr>
              <a:t>21/09/2025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D006D-D9D1-4B05-9422-E082D63F3C21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7890926"/>
      </p:ext>
    </p:extLst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B58A1-AC3B-44E2-9770-2AFC6AD440CC}" type="datetimeFigureOut">
              <a:rPr lang="fr-FR"/>
              <a:pPr>
                <a:defRPr/>
              </a:pPr>
              <a:t>21/09/2025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837E31-3B5B-4A62-B1A0-A56B9C13EAF1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5857776"/>
      </p:ext>
    </p:extLst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896C1C-C061-4E1A-ACB5-A3844BBFE5A4}" type="datetimeFigureOut">
              <a:rPr lang="fr-FR"/>
              <a:pPr>
                <a:defRPr/>
              </a:pPr>
              <a:t>21/09/2025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F8138F-8618-4788-AAD9-1724FAA9AAF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6872273"/>
      </p:ext>
    </p:extLst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FFA85A-505D-4FF1-9B24-9A873D9990EB}" type="datetimeFigureOut">
              <a:rPr lang="fr-FR"/>
              <a:pPr>
                <a:defRPr/>
              </a:pPr>
              <a:t>21/09/2025</a:t>
            </a:fld>
            <a:endParaRPr lang="fr-FR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D77B88-021C-4081-9439-F84906738C8C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9177478"/>
      </p:ext>
    </p:extLst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A38FF7-E85D-47CE-B179-B15C41662840}" type="datetimeFigureOut">
              <a:rPr lang="fr-FR"/>
              <a:pPr>
                <a:defRPr/>
              </a:pPr>
              <a:t>21/09/2025</a:t>
            </a:fld>
            <a:endParaRPr lang="fr-FR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03A7B7-1F7F-40FD-8FEA-A7771A2E30F6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0789427"/>
      </p:ext>
    </p:extLst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C45DE5-069E-4735-888D-B89270CE62E9}" type="datetimeFigureOut">
              <a:rPr lang="fr-FR"/>
              <a:pPr>
                <a:defRPr/>
              </a:pPr>
              <a:t>21/09/2025</a:t>
            </a:fld>
            <a:endParaRPr lang="fr-FR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00DCE8-8CB9-42AF-AB5B-1E04CB2778AF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1702737"/>
      </p:ext>
    </p:extLst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68D187-392E-47A7-AEE2-8E5BE75980B6}" type="datetimeFigureOut">
              <a:rPr lang="fr-FR"/>
              <a:pPr>
                <a:defRPr/>
              </a:pPr>
              <a:t>21/09/2025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8C0666-4C8D-4A4E-9A6F-A56BFD0DA7BF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6580316"/>
      </p:ext>
    </p:extLst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9A49C-B89D-47C9-9FC0-1B5FD8C9C22B}" type="datetimeFigureOut">
              <a:rPr lang="fr-FR"/>
              <a:pPr>
                <a:defRPr/>
              </a:pPr>
              <a:t>21/09/2025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41DFB8-66C6-4637-824A-93EF865C2E7D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3576742"/>
      </p:ext>
    </p:extLst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7EAFB-E972-4A08-B54E-BA3CECD92067}" type="datetimeFigureOut">
              <a:rPr lang="fr-FR"/>
              <a:pPr>
                <a:defRPr/>
              </a:pPr>
              <a:t>21/09/2025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EF012C-F1F7-4524-9BCD-C4C15BAA95B6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4716075"/>
      </p:ext>
    </p:extLst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B198CD-16C3-4BD6-89F7-82663F7D3447}" type="datetimeFigureOut">
              <a:rPr lang="fr-FR"/>
              <a:pPr>
                <a:defRPr/>
              </a:pPr>
              <a:t>21/09/2025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A500D0-6758-4C9B-9892-04E9CAB3327D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8983049"/>
      </p:ext>
    </p:extLst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2DDA4DB-BEAB-4BF8-A228-EC77B3C5A12F}" type="datetimeFigureOut">
              <a:rPr lang="fr-FR"/>
              <a:pPr>
                <a:defRPr/>
              </a:pPr>
              <a:t>21/09/2025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DA453A1D-67D5-4C23-8F05-C445814DA5E9}" type="slidenum">
              <a:rPr lang="fr-FR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67005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5400" b="1">
                <a:solidFill>
                  <a:srgbClr val="FF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BankGothic Lt BT" pitchFamily="34" charset="0"/>
              </a:rPr>
              <a:t>FANEKEM-PINOANA</a:t>
            </a:r>
            <a:r>
              <a:rPr lang="fr-FR" sz="5400" b="1">
                <a:solidFill>
                  <a:srgbClr val="0070C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BankGothic Lt BT" pitchFamily="34" charset="0"/>
              </a:rPr>
              <a:t/>
            </a:r>
            <a:br>
              <a:rPr lang="fr-FR" sz="5400" b="1">
                <a:solidFill>
                  <a:srgbClr val="0070C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BankGothic Lt BT" pitchFamily="34" charset="0"/>
              </a:rPr>
            </a:br>
            <a:r>
              <a:rPr lang="fr-FR" sz="5400" i="1"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Georgia" pitchFamily="18" charset="0"/>
              </a:rPr>
              <a:t>(Laharana </a:t>
            </a:r>
            <a:r>
              <a:rPr lang="fr-FR" sz="5400" i="1" smtClean="0"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Georgia" pitchFamily="18" charset="0"/>
              </a:rPr>
              <a:t>faha-I)</a:t>
            </a:r>
            <a:endParaRPr lang="fr-FR" sz="5400" i="1" dirty="0"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Georgia" pitchFamily="18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ChangeArrowheads="1"/>
          </p:cNvSpPr>
          <p:nvPr/>
        </p:nvSpPr>
        <p:spPr bwMode="auto">
          <a:xfrm>
            <a:off x="0" y="412750"/>
            <a:ext cx="9144000" cy="4246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Mino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an’Andriamanitra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Ray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Tsitoha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,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Mpanao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lanitra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tany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aho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,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ary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mino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an’i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Jesoa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Kristy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Zananilahy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Tokana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Tompontsika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.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ChangeArrowheads="1"/>
          </p:cNvSpPr>
          <p:nvPr/>
        </p:nvSpPr>
        <p:spPr bwMode="auto">
          <a:xfrm>
            <a:off x="0" y="-22820"/>
            <a:ext cx="9144000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Izay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notorotoronina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tamin’ny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Fanahy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Masina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,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naterak’i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Maria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Virjiny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,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nijaly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raha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nanapaka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Pontio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Pilato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nohombohana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tamin’ny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hazo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fijaliana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</a:t>
            </a:r>
            <a:endParaRPr lang="fr-FR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ChangeArrowheads="1"/>
          </p:cNvSpPr>
          <p:nvPr/>
        </p:nvSpPr>
        <p:spPr bwMode="auto">
          <a:xfrm>
            <a:off x="5750" y="339502"/>
            <a:ext cx="9072563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maty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ka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nalevina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,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nidina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tany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amin’ny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fiainan-tsi-hita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,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nitsangana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tamin’ny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maty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tamin’ny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andro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fahatelo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,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niakatra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ho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an-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danitra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,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ChangeArrowheads="1"/>
          </p:cNvSpPr>
          <p:nvPr/>
        </p:nvSpPr>
        <p:spPr bwMode="auto">
          <a:xfrm>
            <a:off x="0" y="195486"/>
            <a:ext cx="91440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mipetraka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eo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an-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tanan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-</a:t>
            </a:r>
            <a:r>
              <a:rPr lang="fr-FR" sz="60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kavanan’Andriamanitra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Ray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Tsitoha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,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avy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any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no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hihaviany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hitsara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ny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velona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ny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maty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ChangeArrowheads="1"/>
          </p:cNvSpPr>
          <p:nvPr/>
        </p:nvSpPr>
        <p:spPr bwMode="auto">
          <a:xfrm>
            <a:off x="0" y="107950"/>
            <a:ext cx="91440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Mino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Fanahy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Masina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aho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,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Fiangonana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Masina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manerana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izao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tontolo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izao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,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fiombonan’ny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olona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masina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,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famelan-keloka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,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ChangeArrowheads="1"/>
          </p:cNvSpPr>
          <p:nvPr/>
        </p:nvSpPr>
        <p:spPr bwMode="auto">
          <a:xfrm>
            <a:off x="-18266" y="555526"/>
            <a:ext cx="914400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ny</a:t>
            </a:r>
            <a:r>
              <a:rPr lang="fr-FR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fitsanganan’ny</a:t>
            </a:r>
            <a:r>
              <a:rPr lang="fr-FR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tena</a:t>
            </a:r>
            <a:r>
              <a:rPr lang="fr-FR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amin’ny</a:t>
            </a:r>
            <a:r>
              <a:rPr lang="fr-FR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maty</a:t>
            </a:r>
            <a:r>
              <a:rPr lang="fr-FR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ary</a:t>
            </a:r>
            <a:r>
              <a:rPr lang="fr-FR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ny</a:t>
            </a:r>
            <a:r>
              <a:rPr lang="fr-FR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fiainana</a:t>
            </a:r>
            <a:r>
              <a:rPr lang="fr-FR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fr-FR" sz="6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mandrakizay</a:t>
            </a:r>
            <a:r>
              <a:rPr lang="fr-FR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. Amena.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116</Words>
  <Application>Microsoft Office PowerPoint</Application>
  <PresentationFormat>Affichage à l'écran (16:9)</PresentationFormat>
  <Paragraphs>7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BankGothic Lt BT</vt:lpstr>
      <vt:lpstr>Arial</vt:lpstr>
      <vt:lpstr>Calibri</vt:lpstr>
      <vt:lpstr>Georgia</vt:lpstr>
      <vt:lpstr>Thème Office</vt:lpstr>
      <vt:lpstr>FANEKEM-PINOANA (Laharana faha-I)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SRL_Crea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FANEKEM-PINOANA I</dc:title>
  <dc:creator>Dr Miora Tantely</dc:creator>
  <cp:lastModifiedBy>Gaming</cp:lastModifiedBy>
  <cp:revision>10</cp:revision>
  <dcterms:created xsi:type="dcterms:W3CDTF">2012-04-07T12:48:13Z</dcterms:created>
  <dcterms:modified xsi:type="dcterms:W3CDTF">2025-09-21T07:13:20Z</dcterms:modified>
</cp:coreProperties>
</file>