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  <p:sldId id="261" r:id="rId9"/>
    <p:sldId id="263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A81-24BC-4C1A-8529-B058F94030A8}" type="datetimeFigureOut">
              <a:rPr lang="fr-FR" smtClean="0"/>
              <a:t>15/02/2026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87384-355F-455E-890C-D0103D516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9826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A81-24BC-4C1A-8529-B058F94030A8}" type="datetimeFigureOut">
              <a:rPr lang="fr-FR" smtClean="0"/>
              <a:t>15/02/2026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87384-355F-455E-890C-D0103D516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257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A81-24BC-4C1A-8529-B058F94030A8}" type="datetimeFigureOut">
              <a:rPr lang="fr-FR" smtClean="0"/>
              <a:t>15/02/2026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87384-355F-455E-890C-D0103D516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2650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A81-24BC-4C1A-8529-B058F94030A8}" type="datetimeFigureOut">
              <a:rPr lang="fr-FR" smtClean="0"/>
              <a:t>15/02/2026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87384-355F-455E-890C-D0103D516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1084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A81-24BC-4C1A-8529-B058F94030A8}" type="datetimeFigureOut">
              <a:rPr lang="fr-FR" smtClean="0"/>
              <a:t>15/02/2026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87384-355F-455E-890C-D0103D516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0988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A81-24BC-4C1A-8529-B058F94030A8}" type="datetimeFigureOut">
              <a:rPr lang="fr-FR" smtClean="0"/>
              <a:t>15/02/2026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87384-355F-455E-890C-D0103D516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467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A81-24BC-4C1A-8529-B058F94030A8}" type="datetimeFigureOut">
              <a:rPr lang="fr-FR" smtClean="0"/>
              <a:t>15/02/2026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87384-355F-455E-890C-D0103D516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5958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A81-24BC-4C1A-8529-B058F94030A8}" type="datetimeFigureOut">
              <a:rPr lang="fr-FR" smtClean="0"/>
              <a:t>15/02/2026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87384-355F-455E-890C-D0103D516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9859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A81-24BC-4C1A-8529-B058F94030A8}" type="datetimeFigureOut">
              <a:rPr lang="fr-FR" smtClean="0"/>
              <a:t>15/02/2026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87384-355F-455E-890C-D0103D516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877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A81-24BC-4C1A-8529-B058F94030A8}" type="datetimeFigureOut">
              <a:rPr lang="fr-FR" smtClean="0"/>
              <a:t>15/02/2026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87384-355F-455E-890C-D0103D516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432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AEA81-24BC-4C1A-8529-B058F94030A8}" type="datetimeFigureOut">
              <a:rPr lang="fr-FR" smtClean="0"/>
              <a:t>15/02/2026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87384-355F-455E-890C-D0103D516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885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AEA81-24BC-4C1A-8529-B058F94030A8}" type="datetimeFigureOut">
              <a:rPr lang="fr-FR" smtClean="0"/>
              <a:t>15/02/2026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87384-355F-455E-890C-D0103D516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939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1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823</a:t>
            </a:r>
            <a:endParaRPr lang="fr-FR" sz="1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4400" b="1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Hoderaina</a:t>
            </a:r>
            <a:r>
              <a:rPr lang="fr-FR" sz="4400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FR" sz="4400" b="1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tokoa</a:t>
            </a:r>
            <a:endParaRPr lang="fr-FR" sz="4400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322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fr-FR" sz="9600" b="1" dirty="0" smtClean="0"/>
              <a:t>1.Hoderaina </a:t>
            </a:r>
            <a:r>
              <a:rPr lang="fr-FR" sz="9600" b="1" dirty="0" err="1" smtClean="0"/>
              <a:t>tokoa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err="1" smtClean="0"/>
              <a:t>Hianao</a:t>
            </a:r>
            <a:r>
              <a:rPr lang="fr-FR" sz="9600" b="1" dirty="0" smtClean="0"/>
              <a:t> ô </a:t>
            </a:r>
            <a:r>
              <a:rPr lang="fr-FR" sz="9600" b="1" dirty="0" err="1" smtClean="0"/>
              <a:t>ry</a:t>
            </a:r>
            <a:r>
              <a:rPr lang="fr-FR" sz="9600" b="1" dirty="0" smtClean="0"/>
              <a:t> Ray</a:t>
            </a:r>
            <a:br>
              <a:rPr lang="fr-FR" sz="9600" b="1" dirty="0" smtClean="0"/>
            </a:br>
            <a:r>
              <a:rPr lang="fr-FR" sz="9600" b="1" dirty="0" err="1" smtClean="0"/>
              <a:t>Noho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teny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soa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err="1" smtClean="0"/>
              <a:t>Izay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nomenao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anay</a:t>
            </a:r>
            <a:endParaRPr lang="fr-FR" sz="9600" b="1" dirty="0"/>
          </a:p>
        </p:txBody>
      </p:sp>
    </p:spTree>
    <p:extLst>
      <p:ext uri="{BB962C8B-B14F-4D97-AF65-F5344CB8AC3E}">
        <p14:creationId xmlns:p14="http://schemas.microsoft.com/office/powerpoint/2010/main" val="17148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fr-FR" sz="9600" b="1" dirty="0" err="1" smtClean="0"/>
              <a:t>Teninao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Baiboly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err="1" smtClean="0"/>
              <a:t>Andriamanitra</a:t>
            </a:r>
            <a:r>
              <a:rPr lang="fr-FR" sz="9600" b="1" dirty="0" smtClean="0"/>
              <a:t> ô</a:t>
            </a:r>
            <a:br>
              <a:rPr lang="fr-FR" sz="9600" b="1" dirty="0" smtClean="0"/>
            </a:br>
            <a:r>
              <a:rPr lang="fr-FR" sz="9600" b="1" dirty="0" err="1" smtClean="0"/>
              <a:t>Teny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fiainana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smtClean="0"/>
              <a:t>Ho </a:t>
            </a:r>
            <a:r>
              <a:rPr lang="fr-FR" sz="9600" b="1" dirty="0" err="1" smtClean="0"/>
              <a:t>an’izao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tontolo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izao</a:t>
            </a:r>
            <a:endParaRPr lang="fr-FR" sz="9600" b="1" dirty="0"/>
          </a:p>
        </p:txBody>
      </p:sp>
    </p:spTree>
    <p:extLst>
      <p:ext uri="{BB962C8B-B14F-4D97-AF65-F5344CB8AC3E}">
        <p14:creationId xmlns:p14="http://schemas.microsoft.com/office/powerpoint/2010/main" val="251958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fr-FR" sz="9600" b="1" dirty="0" smtClean="0"/>
              <a:t>2.Fa </a:t>
            </a:r>
            <a:r>
              <a:rPr lang="fr-FR" sz="9600" b="1" dirty="0" err="1" smtClean="0"/>
              <a:t>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Teny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nomenao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err="1" smtClean="0"/>
              <a:t>Tompô</a:t>
            </a:r>
            <a:r>
              <a:rPr lang="fr-FR" sz="9600" b="1" dirty="0" smtClean="0"/>
              <a:t>, Ray </a:t>
            </a:r>
            <a:r>
              <a:rPr lang="fr-FR" sz="9600" b="1" dirty="0" err="1" smtClean="0"/>
              <a:t>Tsitoha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err="1" smtClean="0"/>
              <a:t>Manadio</a:t>
            </a:r>
            <a:r>
              <a:rPr lang="fr-FR" sz="9600" b="1" dirty="0" smtClean="0"/>
              <a:t>, </a:t>
            </a:r>
            <a:r>
              <a:rPr lang="fr-FR" sz="9600" b="1" dirty="0" err="1" smtClean="0"/>
              <a:t>manavao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err="1" smtClean="0"/>
              <a:t>Mampahery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fo</a:t>
            </a:r>
            <a:endParaRPr lang="fr-FR" sz="9600" b="1" dirty="0"/>
          </a:p>
        </p:txBody>
      </p:sp>
    </p:spTree>
    <p:extLst>
      <p:ext uri="{BB962C8B-B14F-4D97-AF65-F5344CB8AC3E}">
        <p14:creationId xmlns:p14="http://schemas.microsoft.com/office/powerpoint/2010/main" val="504287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fr-FR" sz="9600" b="1" dirty="0" err="1" smtClean="0"/>
              <a:t>Teninao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Baiboly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err="1" smtClean="0"/>
              <a:t>Andriamanitra</a:t>
            </a:r>
            <a:r>
              <a:rPr lang="fr-FR" sz="9600" b="1" dirty="0" smtClean="0"/>
              <a:t> ô</a:t>
            </a:r>
            <a:br>
              <a:rPr lang="fr-FR" sz="9600" b="1" dirty="0" smtClean="0"/>
            </a:br>
            <a:r>
              <a:rPr lang="fr-FR" sz="9600" b="1" dirty="0" err="1" smtClean="0"/>
              <a:t>Teny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fiainana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smtClean="0"/>
              <a:t>Ho </a:t>
            </a:r>
            <a:r>
              <a:rPr lang="fr-FR" sz="9600" b="1" dirty="0" err="1" smtClean="0"/>
              <a:t>an’izao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tontolo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izao</a:t>
            </a:r>
            <a:endParaRPr lang="fr-FR" sz="9600" b="1" dirty="0"/>
          </a:p>
        </p:txBody>
      </p:sp>
    </p:spTree>
    <p:extLst>
      <p:ext uri="{BB962C8B-B14F-4D97-AF65-F5344CB8AC3E}">
        <p14:creationId xmlns:p14="http://schemas.microsoft.com/office/powerpoint/2010/main" val="710365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fr-FR" sz="9600" b="1" dirty="0" smtClean="0"/>
              <a:t>3.Mitsangana </a:t>
            </a:r>
            <a:r>
              <a:rPr lang="fr-FR" sz="9600" b="1" dirty="0" err="1" smtClean="0"/>
              <a:t>hanompo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smtClean="0"/>
              <a:t>O! </a:t>
            </a:r>
            <a:r>
              <a:rPr lang="fr-FR" sz="9600" b="1" dirty="0" err="1" smtClean="0"/>
              <a:t>ry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mino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izao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smtClean="0"/>
              <a:t>Ka </a:t>
            </a:r>
            <a:r>
              <a:rPr lang="fr-FR" sz="9600" b="1" dirty="0" err="1" smtClean="0"/>
              <a:t>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tenin’ny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Tompo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smtClean="0"/>
              <a:t>No </a:t>
            </a:r>
            <a:r>
              <a:rPr lang="fr-FR" sz="9600" b="1" dirty="0" err="1" smtClean="0"/>
              <a:t>torio</a:t>
            </a:r>
            <a:r>
              <a:rPr lang="fr-FR" sz="9600" b="1" dirty="0" smtClean="0"/>
              <a:t>, </a:t>
            </a:r>
            <a:r>
              <a:rPr lang="fr-FR" sz="9600" b="1" dirty="0" err="1" smtClean="0"/>
              <a:t>ambarao</a:t>
            </a:r>
            <a:endParaRPr lang="fr-FR" sz="9600" b="1" dirty="0"/>
          </a:p>
        </p:txBody>
      </p:sp>
    </p:spTree>
    <p:extLst>
      <p:ext uri="{BB962C8B-B14F-4D97-AF65-F5344CB8AC3E}">
        <p14:creationId xmlns:p14="http://schemas.microsoft.com/office/powerpoint/2010/main" val="500119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fr-FR" sz="9600" b="1" dirty="0" err="1" smtClean="0"/>
              <a:t>Teninao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Baiboly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err="1" smtClean="0"/>
              <a:t>Andriamanitra</a:t>
            </a:r>
            <a:r>
              <a:rPr lang="fr-FR" sz="9600" b="1" dirty="0" smtClean="0"/>
              <a:t> ô</a:t>
            </a:r>
            <a:br>
              <a:rPr lang="fr-FR" sz="9600" b="1" dirty="0" smtClean="0"/>
            </a:br>
            <a:r>
              <a:rPr lang="fr-FR" sz="9600" b="1" dirty="0" err="1" smtClean="0"/>
              <a:t>Teny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fiainana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smtClean="0"/>
              <a:t>Ho </a:t>
            </a:r>
            <a:r>
              <a:rPr lang="fr-FR" sz="9600" b="1" dirty="0" err="1" smtClean="0"/>
              <a:t>an’izao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tontolo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izao</a:t>
            </a:r>
            <a:endParaRPr lang="fr-FR" sz="9600" b="1" dirty="0"/>
          </a:p>
        </p:txBody>
      </p:sp>
    </p:spTree>
    <p:extLst>
      <p:ext uri="{BB962C8B-B14F-4D97-AF65-F5344CB8AC3E}">
        <p14:creationId xmlns:p14="http://schemas.microsoft.com/office/powerpoint/2010/main" val="1092729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fr-FR" sz="9600" b="1" dirty="0" smtClean="0"/>
              <a:t>4.Dia </a:t>
            </a:r>
            <a:r>
              <a:rPr lang="fr-FR" sz="9600" b="1" dirty="0" err="1" smtClean="0"/>
              <a:t>tariho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lalandava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err="1" smtClean="0"/>
              <a:t>Mba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hiely</a:t>
            </a:r>
            <a:r>
              <a:rPr lang="fr-FR" sz="9600" b="1" dirty="0" smtClean="0"/>
              <a:t>, </a:t>
            </a:r>
            <a:r>
              <a:rPr lang="fr-FR" sz="9600" b="1" dirty="0" err="1" smtClean="0"/>
              <a:t>ry</a:t>
            </a:r>
            <a:r>
              <a:rPr lang="fr-FR" sz="9600" b="1" dirty="0" smtClean="0"/>
              <a:t> Ray,</a:t>
            </a:r>
            <a:br>
              <a:rPr lang="fr-FR" sz="9600" b="1" dirty="0" smtClean="0"/>
            </a:br>
            <a:r>
              <a:rPr lang="fr-FR" sz="9600" b="1" dirty="0" err="1" smtClean="0"/>
              <a:t>Teny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soa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hanazava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err="1" smtClean="0"/>
              <a:t>Ity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firenenay</a:t>
            </a:r>
            <a:r>
              <a:rPr lang="fr-FR" sz="9600" b="1" dirty="0" smtClean="0"/>
              <a:t>!</a:t>
            </a:r>
            <a:endParaRPr lang="fr-FR" sz="9600" b="1" dirty="0"/>
          </a:p>
        </p:txBody>
      </p:sp>
    </p:spTree>
    <p:extLst>
      <p:ext uri="{BB962C8B-B14F-4D97-AF65-F5344CB8AC3E}">
        <p14:creationId xmlns:p14="http://schemas.microsoft.com/office/powerpoint/2010/main" val="4181346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fr-FR" sz="9600" b="1" dirty="0" err="1" smtClean="0"/>
              <a:t>Teninao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Baiboly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err="1" smtClean="0"/>
              <a:t>Andriamanitra</a:t>
            </a:r>
            <a:r>
              <a:rPr lang="fr-FR" sz="9600" b="1" dirty="0" smtClean="0"/>
              <a:t> ô</a:t>
            </a:r>
            <a:br>
              <a:rPr lang="fr-FR" sz="9600" b="1" dirty="0" smtClean="0"/>
            </a:br>
            <a:r>
              <a:rPr lang="fr-FR" sz="9600" b="1" dirty="0" err="1" smtClean="0"/>
              <a:t>Teny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fiainana</a:t>
            </a:r>
            <a:r>
              <a:rPr lang="fr-FR" sz="9600" b="1" dirty="0" smtClean="0"/>
              <a:t/>
            </a:r>
            <a:br>
              <a:rPr lang="fr-FR" sz="9600" b="1" dirty="0" smtClean="0"/>
            </a:br>
            <a:r>
              <a:rPr lang="fr-FR" sz="9600" b="1" dirty="0" smtClean="0"/>
              <a:t>Ho </a:t>
            </a:r>
            <a:r>
              <a:rPr lang="fr-FR" sz="9600" b="1" dirty="0" err="1" smtClean="0"/>
              <a:t>an’izao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tontolo</a:t>
            </a:r>
            <a:r>
              <a:rPr lang="fr-FR" sz="9600" b="1" dirty="0" smtClean="0"/>
              <a:t> </a:t>
            </a:r>
            <a:r>
              <a:rPr lang="fr-FR" sz="9600" b="1" dirty="0" err="1" smtClean="0"/>
              <a:t>izao</a:t>
            </a:r>
            <a:endParaRPr lang="fr-FR" sz="9600" b="1" dirty="0"/>
          </a:p>
        </p:txBody>
      </p:sp>
    </p:spTree>
    <p:extLst>
      <p:ext uri="{BB962C8B-B14F-4D97-AF65-F5344CB8AC3E}">
        <p14:creationId xmlns:p14="http://schemas.microsoft.com/office/powerpoint/2010/main" val="13953830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26</Words>
  <Application>Microsoft Office PowerPoint</Application>
  <PresentationFormat>Grand écran</PresentationFormat>
  <Paragraphs>10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823</vt:lpstr>
      <vt:lpstr>1.Hoderaina tokoa Hianao ô ry Ray Noho ny teny soa Izay nomenao anay</vt:lpstr>
      <vt:lpstr>Teninao ny Baiboly Andriamanitra ô Teny fiainana Ho an’izao tontolo izao</vt:lpstr>
      <vt:lpstr>2.Fa ny Teny nomenao Tompô, Ray Tsitoha Manadio, manavao Mampahery ny fo</vt:lpstr>
      <vt:lpstr>Teninao ny Baiboly Andriamanitra ô Teny fiainana Ho an’izao tontolo izao</vt:lpstr>
      <vt:lpstr>3.Mitsangana hanompo O! ry mino izao Ka ny tenin’ny Tompo No torio, ambarao</vt:lpstr>
      <vt:lpstr>Teninao ny Baiboly Andriamanitra ô Teny fiainana Ho an’izao tontolo izao</vt:lpstr>
      <vt:lpstr>4.Dia tariho lalandava Mba hiely, ry Ray, Teny soa hanazava Ity firenenay!</vt:lpstr>
      <vt:lpstr>Teninao ny Baiboly Andriamanitra ô Teny fiainana Ho an’izao tontolo izao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823</dc:title>
  <dc:creator>Solofo</dc:creator>
  <cp:lastModifiedBy>Gaming</cp:lastModifiedBy>
  <cp:revision>5</cp:revision>
  <dcterms:created xsi:type="dcterms:W3CDTF">2014-09-30T16:22:13Z</dcterms:created>
  <dcterms:modified xsi:type="dcterms:W3CDTF">2026-02-15T08:23:18Z</dcterms:modified>
</cp:coreProperties>
</file>