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6D5A7-7C0F-42A5-8901-BD3FB7AB6F9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2EC2-5862-49BC-907A-9F223CE51F1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915566"/>
            <a:ext cx="7772400" cy="1102519"/>
          </a:xfrm>
        </p:spPr>
        <p:txBody>
          <a:bodyPr>
            <a:noAutofit/>
          </a:bodyPr>
          <a:lstStyle/>
          <a:p>
            <a:r>
              <a:rPr lang="fr-FR" sz="19900" b="1" dirty="0" smtClean="0"/>
              <a:t>451</a:t>
            </a:r>
            <a:endParaRPr lang="fr-FR" sz="199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 err="1" smtClean="0">
                <a:latin typeface="+mn-lt"/>
              </a:rPr>
              <a:t>Tompo</a:t>
            </a:r>
            <a:r>
              <a:rPr lang="en-GB" i="1" dirty="0" smtClean="0">
                <a:latin typeface="+mn-lt"/>
              </a:rPr>
              <a:t> ô ! </a:t>
            </a:r>
            <a:r>
              <a:rPr lang="en-GB" i="1" dirty="0" err="1" smtClean="0">
                <a:latin typeface="+mn-lt"/>
              </a:rPr>
              <a:t>tsy</a:t>
            </a:r>
            <a:r>
              <a:rPr lang="en-GB" i="1" dirty="0" smtClean="0">
                <a:latin typeface="+mn-lt"/>
              </a:rPr>
              <a:t> </a:t>
            </a:r>
            <a:r>
              <a:rPr lang="en-GB" i="1" dirty="0" err="1" smtClean="0">
                <a:latin typeface="+mn-lt"/>
              </a:rPr>
              <a:t>takatry</a:t>
            </a:r>
            <a:r>
              <a:rPr lang="en-GB" i="1" dirty="0" smtClean="0">
                <a:latin typeface="+mn-lt"/>
              </a:rPr>
              <a:t> </a:t>
            </a:r>
            <a:r>
              <a:rPr lang="en-GB" i="1" dirty="0" err="1" smtClean="0">
                <a:latin typeface="+mn-lt"/>
              </a:rPr>
              <a:t>ny</a:t>
            </a:r>
            <a:r>
              <a:rPr lang="en-GB" i="1" dirty="0" smtClean="0">
                <a:latin typeface="+mn-lt"/>
              </a:rPr>
              <a:t> </a:t>
            </a:r>
            <a:r>
              <a:rPr lang="en-GB" i="1" dirty="0" err="1" smtClean="0">
                <a:latin typeface="+mn-lt"/>
              </a:rPr>
              <a:t>saiko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267494"/>
            <a:ext cx="9144000" cy="2625347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+mn-lt"/>
              </a:rPr>
              <a:t>1)</a:t>
            </a:r>
            <a:r>
              <a:rPr lang="en-GB" b="1" dirty="0" err="1" smtClean="0">
                <a:latin typeface="+mn-lt"/>
              </a:rPr>
              <a:t>Tompo</a:t>
            </a:r>
            <a:r>
              <a:rPr lang="en-GB" b="1" dirty="0" smtClean="0">
                <a:latin typeface="+mn-lt"/>
              </a:rPr>
              <a:t> </a:t>
            </a:r>
            <a:r>
              <a:rPr lang="en-GB" b="1" dirty="0">
                <a:latin typeface="+mn-lt"/>
              </a:rPr>
              <a:t>ô ! </a:t>
            </a:r>
            <a:r>
              <a:rPr lang="en-GB" b="1" dirty="0" err="1">
                <a:latin typeface="+mn-lt"/>
              </a:rPr>
              <a:t>tsy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takatry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ny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saiko</a:t>
            </a:r>
            <a:r>
              <a:rPr lang="fr-FR" b="1" dirty="0">
                <a:latin typeface="+mn-lt"/>
              </a:rPr>
              <a:t/>
            </a:r>
            <a:br>
              <a:rPr lang="fr-FR" b="1" dirty="0">
                <a:latin typeface="+mn-lt"/>
              </a:rPr>
            </a:br>
            <a:r>
              <a:rPr lang="en-GB" b="1" dirty="0" err="1" smtClean="0">
                <a:latin typeface="+mn-lt"/>
              </a:rPr>
              <a:t>Ny</a:t>
            </a:r>
            <a:r>
              <a:rPr lang="en-GB" b="1" dirty="0" smtClean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fitiavanao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tsy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nohajaiko</a:t>
            </a:r>
            <a:r>
              <a:rPr lang="en-GB" b="1" dirty="0">
                <a:latin typeface="+mn-lt"/>
              </a:rPr>
              <a:t> ;</a:t>
            </a:r>
            <a:r>
              <a:rPr lang="fr-FR" b="1" dirty="0">
                <a:latin typeface="+mn-lt"/>
              </a:rPr>
              <a:t/>
            </a:r>
            <a:br>
              <a:rPr lang="fr-FR" b="1" dirty="0">
                <a:latin typeface="+mn-lt"/>
              </a:rPr>
            </a:br>
            <a:r>
              <a:rPr lang="en-GB" b="1" dirty="0" err="1" smtClean="0">
                <a:latin typeface="+mn-lt"/>
              </a:rPr>
              <a:t>Kanjo</a:t>
            </a:r>
            <a:r>
              <a:rPr lang="en-GB" b="1" dirty="0" smtClean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io</a:t>
            </a:r>
            <a:r>
              <a:rPr lang="en-GB" b="1" dirty="0">
                <a:latin typeface="+mn-lt"/>
              </a:rPr>
              <a:t> no </a:t>
            </a:r>
            <a:r>
              <a:rPr lang="en-GB" b="1" dirty="0" err="1">
                <a:latin typeface="+mn-lt"/>
              </a:rPr>
              <a:t>hany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antenaiko</a:t>
            </a:r>
            <a:r>
              <a:rPr lang="fr-FR" b="1" dirty="0">
                <a:latin typeface="+mn-lt"/>
              </a:rPr>
              <a:t/>
            </a:r>
            <a:br>
              <a:rPr lang="fr-FR" b="1" dirty="0">
                <a:latin typeface="+mn-lt"/>
              </a:rPr>
            </a:br>
            <a:r>
              <a:rPr lang="en-GB" b="1" dirty="0" err="1" smtClean="0">
                <a:latin typeface="+mn-lt"/>
              </a:rPr>
              <a:t>Mba</a:t>
            </a:r>
            <a:r>
              <a:rPr lang="en-GB" b="1" dirty="0" smtClean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hamonjy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ahy</a:t>
            </a:r>
            <a:r>
              <a:rPr lang="en-GB" b="1" dirty="0">
                <a:latin typeface="+mn-lt"/>
              </a:rPr>
              <a:t>  </a:t>
            </a:r>
            <a:r>
              <a:rPr lang="en-GB" b="1" dirty="0" err="1">
                <a:latin typeface="+mn-lt"/>
              </a:rPr>
              <a:t>izao</a:t>
            </a:r>
            <a:r>
              <a:rPr lang="en-GB" b="1" dirty="0">
                <a:latin typeface="+mn-lt"/>
              </a:rPr>
              <a:t>.</a:t>
            </a:r>
            <a:r>
              <a:rPr lang="fr-FR" b="1" dirty="0">
                <a:latin typeface="+mn-lt"/>
              </a:rPr>
              <a:t/>
            </a:r>
            <a:br>
              <a:rPr lang="fr-FR" b="1" dirty="0">
                <a:latin typeface="+mn-lt"/>
              </a:rPr>
            </a:br>
            <a:r>
              <a:rPr lang="en-GB" sz="4000" b="1" dirty="0">
                <a:latin typeface="+mn-lt"/>
              </a:rPr>
              <a:t>  </a:t>
            </a:r>
            <a:r>
              <a:rPr lang="en-GB" sz="4000" b="1" dirty="0" smtClean="0">
                <a:latin typeface="+mn-lt"/>
              </a:rPr>
              <a:t> </a:t>
            </a:r>
            <a:r>
              <a:rPr lang="en-GB" sz="4000" b="1" dirty="0">
                <a:latin typeface="+mn-lt"/>
              </a:rPr>
              <a:t>(</a:t>
            </a:r>
            <a:r>
              <a:rPr lang="en-GB" sz="4000" b="1" dirty="0" err="1">
                <a:latin typeface="+mn-lt"/>
              </a:rPr>
              <a:t>Hamonjy</a:t>
            </a:r>
            <a:r>
              <a:rPr lang="en-GB" sz="4000" b="1" dirty="0">
                <a:latin typeface="+mn-lt"/>
              </a:rPr>
              <a:t> </a:t>
            </a:r>
            <a:r>
              <a:rPr lang="en-GB" sz="4000" b="1" dirty="0" err="1">
                <a:latin typeface="+mn-lt"/>
              </a:rPr>
              <a:t>izao</a:t>
            </a:r>
            <a:r>
              <a:rPr lang="en-GB" sz="4000" b="1" dirty="0" smtClean="0">
                <a:latin typeface="+mn-lt"/>
              </a:rPr>
              <a:t>)</a:t>
            </a:r>
            <a:endParaRPr lang="fr-FR" b="1" dirty="0">
              <a:latin typeface="+mn-lt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57224" y="2860162"/>
            <a:ext cx="7072362" cy="2303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 algn="ctr">
              <a:spcBef>
                <a:spcPct val="0"/>
              </a:spcBef>
            </a:pP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Tompo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ô,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voababonao</a:t>
            </a:r>
            <a:r>
              <a:rPr lang="fr-FR" sz="4400" b="1" i="1" dirty="0" smtClean="0">
                <a:solidFill>
                  <a:srgbClr val="C00000"/>
                </a:solidFill>
                <a:latin typeface="+mn-lt"/>
              </a:rPr>
              <a:t/>
            </a:r>
            <a:br>
              <a:rPr lang="fr-FR" sz="4400" b="1" i="1" dirty="0" smtClean="0">
                <a:solidFill>
                  <a:srgbClr val="C00000"/>
                </a:solidFill>
                <a:latin typeface="+mn-lt"/>
              </a:rPr>
            </a:b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Izany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foko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ho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Anao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Mamy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re !</a:t>
            </a:r>
            <a:r>
              <a:rPr lang="fr-FR" sz="4400" b="1" i="1" dirty="0" smtClean="0">
                <a:solidFill>
                  <a:srgbClr val="C00000"/>
                </a:solidFill>
                <a:latin typeface="+mn-lt"/>
              </a:rPr>
              <a:t/>
            </a:r>
            <a:br>
              <a:rPr lang="fr-FR" sz="4400" b="1" i="1" dirty="0" smtClean="0">
                <a:solidFill>
                  <a:srgbClr val="C00000"/>
                </a:solidFill>
                <a:latin typeface="+mn-lt"/>
              </a:rPr>
            </a:b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Izany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fitiavanao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,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ry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Jeso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ô !</a:t>
            </a:r>
            <a:endParaRPr kumimoji="0" lang="fr-FR" sz="4400" b="1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428611"/>
            <a:ext cx="9036496" cy="4339859"/>
          </a:xfrm>
        </p:spPr>
        <p:txBody>
          <a:bodyPr>
            <a:noAutofit/>
          </a:bodyPr>
          <a:lstStyle/>
          <a:p>
            <a:r>
              <a:rPr lang="en-GB" sz="3800" dirty="0"/>
              <a:t>( </a:t>
            </a:r>
            <a:r>
              <a:rPr lang="en-GB" sz="3800" dirty="0" err="1"/>
              <a:t>Feo</a:t>
            </a:r>
            <a:r>
              <a:rPr lang="en-GB" sz="3800" dirty="0"/>
              <a:t> II )</a:t>
            </a:r>
            <a:r>
              <a:rPr lang="fr-FR" sz="3800" dirty="0"/>
              <a:t/>
            </a:r>
            <a:br>
              <a:rPr lang="fr-FR" sz="3800" dirty="0"/>
            </a:br>
            <a:r>
              <a:rPr lang="en-GB" sz="3800" dirty="0"/>
              <a:t>  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Tompo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ô !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dia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resinao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ny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foko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i="1" dirty="0" err="1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lay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nandà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Voababonao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tokoa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tokoa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;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Ka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nasandratrao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 ho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Zanak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’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Andriamanitra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Hotarihinao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an-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danitra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Mamy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dia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mamy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re,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tsaroan’ny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aiko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izao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i="1" dirty="0" err="1" smtClean="0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zany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fitiavanao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ry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Jeso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ô !</a:t>
            </a:r>
            <a:endParaRPr lang="fr-FR" sz="3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375031"/>
            <a:ext cx="9144000" cy="2625347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+mn-lt"/>
              </a:rPr>
              <a:t>2) </a:t>
            </a:r>
            <a:r>
              <a:rPr lang="en-GB" b="1" dirty="0" err="1">
                <a:latin typeface="+mn-lt"/>
              </a:rPr>
              <a:t>Ny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fandavan-tenanao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tsaroako</a:t>
            </a:r>
            <a:r>
              <a:rPr lang="fr-FR" b="1" dirty="0">
                <a:latin typeface="+mn-lt"/>
              </a:rPr>
              <a:t/>
            </a:r>
            <a:br>
              <a:rPr lang="fr-FR" b="1" dirty="0">
                <a:latin typeface="+mn-lt"/>
              </a:rPr>
            </a:br>
            <a:r>
              <a:rPr lang="en-GB" b="1" dirty="0" err="1" smtClean="0">
                <a:latin typeface="+mn-lt"/>
              </a:rPr>
              <a:t>Fa</a:t>
            </a:r>
            <a:r>
              <a:rPr lang="en-GB" b="1" dirty="0" smtClean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fandavan-tena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nahitako</a:t>
            </a:r>
            <a:r>
              <a:rPr lang="fr-FR" b="1" dirty="0">
                <a:latin typeface="+mn-lt"/>
              </a:rPr>
              <a:t/>
            </a:r>
            <a:br>
              <a:rPr lang="fr-FR" b="1" dirty="0">
                <a:latin typeface="+mn-lt"/>
              </a:rPr>
            </a:br>
            <a:r>
              <a:rPr lang="en-GB" b="1" dirty="0" err="1" smtClean="0">
                <a:latin typeface="+mn-lt"/>
              </a:rPr>
              <a:t>Ny</a:t>
            </a:r>
            <a:r>
              <a:rPr lang="en-GB" b="1" dirty="0" smtClean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fitiavanao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izay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inoako</a:t>
            </a:r>
            <a:r>
              <a:rPr lang="fr-FR" b="1" dirty="0">
                <a:latin typeface="+mn-lt"/>
              </a:rPr>
              <a:t/>
            </a:r>
            <a:br>
              <a:rPr lang="fr-FR" b="1" dirty="0">
                <a:latin typeface="+mn-lt"/>
              </a:rPr>
            </a:br>
            <a:r>
              <a:rPr lang="en-GB" b="1" dirty="0" err="1" smtClean="0">
                <a:latin typeface="+mn-lt"/>
              </a:rPr>
              <a:t>Fa</a:t>
            </a:r>
            <a:r>
              <a:rPr lang="en-GB" b="1" dirty="0" smtClean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mambomba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ahy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izao</a:t>
            </a:r>
            <a:r>
              <a:rPr lang="en-GB" b="1" dirty="0">
                <a:latin typeface="+mn-lt"/>
              </a:rPr>
              <a:t>.</a:t>
            </a:r>
            <a:r>
              <a:rPr lang="fr-FR" b="1" dirty="0">
                <a:latin typeface="+mn-lt"/>
              </a:rPr>
              <a:t/>
            </a:r>
            <a:br>
              <a:rPr lang="fr-FR" b="1" dirty="0">
                <a:latin typeface="+mn-lt"/>
              </a:rPr>
            </a:br>
            <a:r>
              <a:rPr lang="en-GB" b="1" dirty="0">
                <a:latin typeface="+mn-lt"/>
              </a:rPr>
              <a:t> </a:t>
            </a:r>
            <a:r>
              <a:rPr lang="en-GB" b="1" dirty="0" smtClean="0">
                <a:latin typeface="+mn-lt"/>
              </a:rPr>
              <a:t>  </a:t>
            </a:r>
            <a:r>
              <a:rPr lang="en-GB" b="1" dirty="0">
                <a:latin typeface="+mn-lt"/>
              </a:rPr>
              <a:t>(</a:t>
            </a:r>
            <a:r>
              <a:rPr lang="en-GB" b="1" dirty="0" err="1">
                <a:latin typeface="+mn-lt"/>
              </a:rPr>
              <a:t>Mambomba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izao</a:t>
            </a:r>
            <a:r>
              <a:rPr lang="en-GB" b="1" dirty="0">
                <a:latin typeface="+mn-lt"/>
              </a:rPr>
              <a:t>)</a:t>
            </a:r>
            <a:endParaRPr lang="fr-FR" b="1" dirty="0">
              <a:latin typeface="+mn-lt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0" y="2932170"/>
            <a:ext cx="9144000" cy="2303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Tompo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ô,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voababonao</a:t>
            </a:r>
            <a:r>
              <a:rPr lang="fr-FR" sz="4400" b="1" i="1" dirty="0" smtClean="0">
                <a:solidFill>
                  <a:srgbClr val="C00000"/>
                </a:solidFill>
                <a:latin typeface="+mn-lt"/>
              </a:rPr>
              <a:t/>
            </a:r>
            <a:br>
              <a:rPr lang="fr-FR" sz="4400" b="1" i="1" dirty="0" smtClean="0">
                <a:solidFill>
                  <a:srgbClr val="C00000"/>
                </a:solidFill>
                <a:latin typeface="+mn-lt"/>
              </a:rPr>
            </a:b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Izany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foko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ho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Anao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Mamy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re !</a:t>
            </a:r>
            <a:r>
              <a:rPr lang="fr-FR" sz="4400" b="1" i="1" dirty="0" smtClean="0">
                <a:solidFill>
                  <a:srgbClr val="C00000"/>
                </a:solidFill>
                <a:latin typeface="+mn-lt"/>
              </a:rPr>
              <a:t/>
            </a:r>
            <a:br>
              <a:rPr lang="fr-FR" sz="4400" b="1" i="1" dirty="0" smtClean="0">
                <a:solidFill>
                  <a:srgbClr val="C00000"/>
                </a:solidFill>
                <a:latin typeface="+mn-lt"/>
              </a:rPr>
            </a:b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Izany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fitiavanao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,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ry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Jeso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ô !</a:t>
            </a:r>
            <a:endParaRPr kumimoji="0" lang="fr-FR" sz="4400" b="1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428611"/>
            <a:ext cx="9036496" cy="4339859"/>
          </a:xfrm>
        </p:spPr>
        <p:txBody>
          <a:bodyPr>
            <a:noAutofit/>
          </a:bodyPr>
          <a:lstStyle/>
          <a:p>
            <a:r>
              <a:rPr lang="en-GB" sz="3800" dirty="0"/>
              <a:t>( </a:t>
            </a:r>
            <a:r>
              <a:rPr lang="en-GB" sz="3800" dirty="0" err="1"/>
              <a:t>Feo</a:t>
            </a:r>
            <a:r>
              <a:rPr lang="en-GB" sz="3800" dirty="0"/>
              <a:t> II )</a:t>
            </a:r>
            <a:r>
              <a:rPr lang="fr-FR" sz="3800" dirty="0"/>
              <a:t/>
            </a:r>
            <a:br>
              <a:rPr lang="fr-FR" sz="3800" dirty="0"/>
            </a:br>
            <a:r>
              <a:rPr lang="en-GB" sz="3800" dirty="0"/>
              <a:t>  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Tompo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ô !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dia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resinao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ny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foko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i="1" dirty="0" err="1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lay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nandà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Voababonao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tokoa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tokoa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;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Ka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nasandratrao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 ho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Zanak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’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Andriamanitra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Hotarihinao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an-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danitra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Mamy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dia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mamy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re,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tsaroan’ny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aiko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izao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i="1" dirty="0" err="1" smtClean="0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zany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fitiavanao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ry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Jeso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ô !</a:t>
            </a:r>
            <a:endParaRPr lang="fr-FR" sz="3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883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375031"/>
            <a:ext cx="9144000" cy="2625347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3) </a:t>
            </a:r>
            <a:r>
              <a:rPr lang="en-GB" b="1" dirty="0" err="1"/>
              <a:t>Ry</a:t>
            </a:r>
            <a:r>
              <a:rPr lang="en-GB" b="1" dirty="0"/>
              <a:t> </a:t>
            </a:r>
            <a:r>
              <a:rPr lang="en-GB" b="1" dirty="0" err="1"/>
              <a:t>Jesosy</a:t>
            </a:r>
            <a:r>
              <a:rPr lang="en-GB" b="1" dirty="0"/>
              <a:t>, </a:t>
            </a:r>
            <a:r>
              <a:rPr lang="en-GB" b="1" dirty="0" err="1"/>
              <a:t>tsy</a:t>
            </a:r>
            <a:r>
              <a:rPr lang="en-GB" b="1" dirty="0"/>
              <a:t> </a:t>
            </a:r>
            <a:r>
              <a:rPr lang="en-GB" b="1" dirty="0" err="1"/>
              <a:t>mba</a:t>
            </a:r>
            <a:r>
              <a:rPr lang="en-GB" b="1" dirty="0"/>
              <a:t> </a:t>
            </a:r>
            <a:r>
              <a:rPr lang="en-GB" b="1" dirty="0" err="1"/>
              <a:t>misy</a:t>
            </a:r>
            <a:r>
              <a:rPr lang="en-GB" b="1" dirty="0"/>
              <a:t> </a:t>
            </a:r>
            <a:r>
              <a:rPr lang="en-GB" b="1" dirty="0" err="1"/>
              <a:t>haiko</a:t>
            </a:r>
            <a:r>
              <a:rPr lang="fr-FR" b="1" dirty="0"/>
              <a:t/>
            </a:r>
            <a:br>
              <a:rPr lang="fr-FR" b="1" dirty="0"/>
            </a:br>
            <a:r>
              <a:rPr lang="fr-FR" b="1" dirty="0" smtClean="0"/>
              <a:t>A</a:t>
            </a:r>
            <a:r>
              <a:rPr lang="en-GB" b="1" dirty="0" err="1" smtClean="0"/>
              <a:t>fa-tsy</a:t>
            </a:r>
            <a:r>
              <a:rPr lang="en-GB" b="1" dirty="0" smtClean="0"/>
              <a:t> </a:t>
            </a:r>
            <a:r>
              <a:rPr lang="en-GB" b="1" dirty="0" err="1"/>
              <a:t>manolotra</a:t>
            </a:r>
            <a:r>
              <a:rPr lang="en-GB" b="1" dirty="0"/>
              <a:t> </a:t>
            </a:r>
            <a:r>
              <a:rPr lang="en-GB" b="1" dirty="0" err="1"/>
              <a:t>ny</a:t>
            </a:r>
            <a:r>
              <a:rPr lang="en-GB" b="1" dirty="0"/>
              <a:t> </a:t>
            </a:r>
            <a:r>
              <a:rPr lang="en-GB" b="1" dirty="0" err="1"/>
              <a:t>aiko</a:t>
            </a:r>
            <a:r>
              <a:rPr lang="fr-FR" b="1" dirty="0"/>
              <a:t/>
            </a:r>
            <a:br>
              <a:rPr lang="fr-FR" b="1" dirty="0"/>
            </a:br>
            <a:r>
              <a:rPr lang="en-GB" b="1" dirty="0" err="1" smtClean="0"/>
              <a:t>Eo</a:t>
            </a:r>
            <a:r>
              <a:rPr lang="en-GB" b="1" dirty="0" smtClean="0"/>
              <a:t> </a:t>
            </a:r>
            <a:r>
              <a:rPr lang="en-GB" b="1" dirty="0"/>
              <a:t>an-</a:t>
            </a:r>
            <a:r>
              <a:rPr lang="en-GB" b="1" dirty="0" err="1"/>
              <a:t>tananao</a:t>
            </a:r>
            <a:r>
              <a:rPr lang="en-GB" b="1" dirty="0"/>
              <a:t> </a:t>
            </a:r>
            <a:r>
              <a:rPr lang="en-GB" b="1" dirty="0" err="1" smtClean="0"/>
              <a:t>izay</a:t>
            </a:r>
            <a:r>
              <a:rPr lang="en-GB" b="1" dirty="0" smtClean="0"/>
              <a:t>  </a:t>
            </a:r>
            <a:r>
              <a:rPr lang="en-GB" b="1" dirty="0" err="1"/>
              <a:t>andrandraiko</a:t>
            </a:r>
            <a:r>
              <a:rPr lang="fr-FR" b="1" dirty="0"/>
              <a:t/>
            </a:r>
            <a:br>
              <a:rPr lang="fr-FR" b="1" dirty="0"/>
            </a:br>
            <a:r>
              <a:rPr lang="en-GB" b="1" dirty="0" err="1" smtClean="0"/>
              <a:t>Hampijoro</a:t>
            </a:r>
            <a:r>
              <a:rPr lang="en-GB" b="1" dirty="0" smtClean="0"/>
              <a:t> </a:t>
            </a:r>
            <a:r>
              <a:rPr lang="en-GB" b="1" dirty="0" err="1"/>
              <a:t>ahy</a:t>
            </a:r>
            <a:r>
              <a:rPr lang="en-GB" b="1" dirty="0"/>
              <a:t>  </a:t>
            </a:r>
            <a:r>
              <a:rPr lang="en-GB" b="1" dirty="0" err="1"/>
              <a:t>izao</a:t>
            </a:r>
            <a:r>
              <a:rPr lang="fr-FR" b="1" dirty="0"/>
              <a:t/>
            </a:r>
            <a:br>
              <a:rPr lang="fr-FR" b="1" dirty="0"/>
            </a:br>
            <a:r>
              <a:rPr lang="en-GB" b="1" dirty="0"/>
              <a:t> </a:t>
            </a:r>
            <a:r>
              <a:rPr lang="en-GB" b="1" dirty="0" smtClean="0"/>
              <a:t>  </a:t>
            </a:r>
            <a:r>
              <a:rPr lang="en-GB" b="1" dirty="0"/>
              <a:t>(</a:t>
            </a:r>
            <a:r>
              <a:rPr lang="en-GB" b="1" dirty="0" err="1"/>
              <a:t>Hijoro</a:t>
            </a:r>
            <a:r>
              <a:rPr lang="en-GB" b="1" dirty="0"/>
              <a:t>  </a:t>
            </a:r>
            <a:r>
              <a:rPr lang="en-GB" b="1" dirty="0" err="1"/>
              <a:t>izao</a:t>
            </a:r>
            <a:r>
              <a:rPr lang="en-GB" b="1" dirty="0"/>
              <a:t>)</a:t>
            </a:r>
            <a:endParaRPr lang="fr-FR" b="1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512" y="2932170"/>
            <a:ext cx="9144000" cy="2303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Tompo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ô,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voababonao</a:t>
            </a:r>
            <a:r>
              <a:rPr lang="fr-FR" sz="4400" b="1" i="1" dirty="0" smtClean="0">
                <a:solidFill>
                  <a:srgbClr val="C00000"/>
                </a:solidFill>
                <a:latin typeface="+mn-lt"/>
              </a:rPr>
              <a:t/>
            </a:r>
            <a:br>
              <a:rPr lang="fr-FR" sz="4400" b="1" i="1" dirty="0" smtClean="0">
                <a:solidFill>
                  <a:srgbClr val="C00000"/>
                </a:solidFill>
                <a:latin typeface="+mn-lt"/>
              </a:rPr>
            </a:b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Izany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foko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ho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Anao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Mamy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re !</a:t>
            </a:r>
            <a:r>
              <a:rPr lang="fr-FR" sz="4400" b="1" i="1" dirty="0" smtClean="0">
                <a:solidFill>
                  <a:srgbClr val="C00000"/>
                </a:solidFill>
                <a:latin typeface="+mn-lt"/>
              </a:rPr>
              <a:t/>
            </a:r>
            <a:br>
              <a:rPr lang="fr-FR" sz="4400" b="1" i="1" dirty="0" smtClean="0">
                <a:solidFill>
                  <a:srgbClr val="C00000"/>
                </a:solidFill>
                <a:latin typeface="+mn-lt"/>
              </a:rPr>
            </a:b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Izany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fitiavanao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,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ry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GB" sz="4400" b="1" i="1" dirty="0" err="1" smtClean="0">
                <a:solidFill>
                  <a:srgbClr val="C00000"/>
                </a:solidFill>
                <a:latin typeface="+mn-lt"/>
              </a:rPr>
              <a:t>Jeso</a:t>
            </a:r>
            <a:r>
              <a:rPr lang="en-GB" sz="4400" b="1" i="1" dirty="0" smtClean="0">
                <a:solidFill>
                  <a:srgbClr val="C00000"/>
                </a:solidFill>
                <a:latin typeface="+mn-lt"/>
              </a:rPr>
              <a:t> ô !</a:t>
            </a:r>
            <a:endParaRPr kumimoji="0" lang="fr-FR" sz="4400" b="1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428611"/>
            <a:ext cx="9036496" cy="4339859"/>
          </a:xfrm>
        </p:spPr>
        <p:txBody>
          <a:bodyPr>
            <a:noAutofit/>
          </a:bodyPr>
          <a:lstStyle/>
          <a:p>
            <a:r>
              <a:rPr lang="en-GB" sz="3800" dirty="0"/>
              <a:t>( </a:t>
            </a:r>
            <a:r>
              <a:rPr lang="en-GB" sz="3800" dirty="0" err="1"/>
              <a:t>Feo</a:t>
            </a:r>
            <a:r>
              <a:rPr lang="en-GB" sz="3800" dirty="0"/>
              <a:t> II )</a:t>
            </a:r>
            <a:r>
              <a:rPr lang="fr-FR" sz="3800" dirty="0"/>
              <a:t/>
            </a:r>
            <a:br>
              <a:rPr lang="fr-FR" sz="3800" dirty="0"/>
            </a:br>
            <a:r>
              <a:rPr lang="en-GB" sz="3800" dirty="0"/>
              <a:t>  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Tompo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ô !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dia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resinao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ny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foko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i="1" dirty="0" err="1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lay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nandà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Voababonao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tokoa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>
                <a:solidFill>
                  <a:schemeClr val="tx2">
                    <a:lumMod val="50000"/>
                  </a:schemeClr>
                </a:solidFill>
              </a:rPr>
              <a:t>tokoa</a:t>
            </a:r>
            <a:r>
              <a:rPr lang="en-GB" sz="3800" b="1" dirty="0">
                <a:solidFill>
                  <a:schemeClr val="tx2">
                    <a:lumMod val="50000"/>
                  </a:schemeClr>
                </a:solidFill>
              </a:rPr>
              <a:t> ;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Ka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nasandratrao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 ho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Zanak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’</a:t>
            </a:r>
            <a:r>
              <a:rPr lang="fr-FR" sz="3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de-DE" sz="3800" b="1" dirty="0" err="1" smtClean="0">
                <a:solidFill>
                  <a:schemeClr val="tx2">
                    <a:lumMod val="50000"/>
                  </a:schemeClr>
                </a:solidFill>
              </a:rPr>
              <a:t>Andriamanitra</a:t>
            </a:r>
            <a:r>
              <a:rPr lang="de-DE" sz="3800" b="1" dirty="0" smtClean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Hotarihinao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an-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danitra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Mamy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dia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mamy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re,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tsaroan’ny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aiko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izao</a:t>
            </a:r>
            <a: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fr-FR" sz="38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800" b="1" i="1" dirty="0" err="1" smtClean="0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zany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fitiavanao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ry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3800" b="1" dirty="0" err="1" smtClean="0">
                <a:solidFill>
                  <a:schemeClr val="tx2">
                    <a:lumMod val="50000"/>
                  </a:schemeClr>
                </a:solidFill>
              </a:rPr>
              <a:t>Jeso</a:t>
            </a:r>
            <a:r>
              <a:rPr lang="en-GB" sz="3800" b="1" dirty="0" smtClean="0">
                <a:solidFill>
                  <a:schemeClr val="tx2">
                    <a:lumMod val="50000"/>
                  </a:schemeClr>
                </a:solidFill>
              </a:rPr>
              <a:t> ô !</a:t>
            </a:r>
            <a:endParaRPr lang="fr-FR" sz="3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9391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53</Words>
  <Application>Microsoft Office PowerPoint</Application>
  <PresentationFormat>Affichage à l'écran (16:9)</PresentationFormat>
  <Paragraphs>11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Thème Office</vt:lpstr>
      <vt:lpstr>451</vt:lpstr>
      <vt:lpstr>1)Tompo ô ! tsy takatry ny saiko Ny fitiavanao tsy nohajaiko ; Kanjo io no hany antenaiko Mba hamonjy ahy  izao.    (Hamonjy izao)</vt:lpstr>
      <vt:lpstr>( Feo II )    Tompo ô ! dia resinao ny foko ilay nandà, Voababonao tokoa tokoa ; Ka nasandratrao ho Zanak’ Andriamanitra, Hotarihinao an-danitra. Mamy dia mamy re, tsaroan’ny aiko izao Izany fitiavanao, ry Jeso ô !</vt:lpstr>
      <vt:lpstr>2) Ny fandavan-tenanao tsaroako Fa fandavan-tena nahitako Ny fitiavanao izay inoako Fa mambomba ahy izao.    (Mambomba izao)</vt:lpstr>
      <vt:lpstr>( Feo II )    Tompo ô ! dia resinao ny foko ilay nandà, Voababonao tokoa tokoa ; Ka nasandratrao ho Zanak’ Andriamanitra, Hotarihinao an-danitra. Mamy dia mamy re, tsaroan’ny aiko izao Izany fitiavanao, ry Jeso ô !</vt:lpstr>
      <vt:lpstr>3) Ry Jesosy, tsy mba misy haiko Afa-tsy manolotra ny aiko Eo an-tananao izay  andrandraiko Hampijoro ahy  izao    (Hijoro  izao)</vt:lpstr>
      <vt:lpstr>( Feo II )    Tompo ô ! dia resinao ny foko ilay nandà, Voababonao tokoa tokoa ; Ka nasandratrao ho Zanak’ Andriamanitra, Hotarihinao an-danitra. Mamy dia mamy re, tsaroan’ny aiko izao Izany fitiavanao, ry Jeso ô !</vt:lpstr>
    </vt:vector>
  </TitlesOfParts>
  <Company>Sweet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SWEET</dc:creator>
  <cp:lastModifiedBy>Gaming</cp:lastModifiedBy>
  <cp:revision>6</cp:revision>
  <dcterms:created xsi:type="dcterms:W3CDTF">2013-05-17T07:10:01Z</dcterms:created>
  <dcterms:modified xsi:type="dcterms:W3CDTF">2025-11-02T08:50:06Z</dcterms:modified>
</cp:coreProperties>
</file>