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8" r:id="rId5"/>
    <p:sldId id="258" r:id="rId6"/>
    <p:sldId id="259" r:id="rId7"/>
    <p:sldId id="269" r:id="rId8"/>
    <p:sldId id="260" r:id="rId9"/>
    <p:sldId id="261" r:id="rId10"/>
    <p:sldId id="270" r:id="rId11"/>
    <p:sldId id="272" r:id="rId12"/>
    <p:sldId id="271" r:id="rId13"/>
    <p:sldId id="273" r:id="rId14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CEAC4-F2F8-4A5A-9264-254F23348EFC}" type="datetimeFigureOut">
              <a:rPr lang="fr-FR" smtClean="0"/>
              <a:pPr/>
              <a:t>11/10/2025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59ED1-E564-4A15-88CC-BDBC5D6CE2D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Autofit/>
          </a:bodyPr>
          <a:lstStyle/>
          <a:p>
            <a:r>
              <a:rPr lang="en-GB" sz="16600" b="1" dirty="0"/>
              <a:t>306</a:t>
            </a:r>
            <a:r>
              <a:rPr lang="en-GB" sz="6000" b="1" dirty="0"/>
              <a:t> </a:t>
            </a:r>
            <a:br>
              <a:rPr lang="en-GB" sz="6000" b="1" dirty="0"/>
            </a:br>
            <a:r>
              <a:rPr lang="en-GB" sz="6000" b="1" i="1" dirty="0" err="1">
                <a:solidFill>
                  <a:schemeClr val="bg1">
                    <a:lumMod val="50000"/>
                  </a:schemeClr>
                </a:solidFill>
              </a:rPr>
              <a:t>Mamafaza</a:t>
            </a:r>
            <a:r>
              <a:rPr lang="en-GB" sz="6000" b="1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sz="6000" b="1" i="1" dirty="0" err="1">
                <a:solidFill>
                  <a:schemeClr val="bg1">
                    <a:lumMod val="50000"/>
                  </a:schemeClr>
                </a:solidFill>
              </a:rPr>
              <a:t>voa</a:t>
            </a:r>
            <a:endParaRPr lang="fr-FR" sz="60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>
            <a:normAutofit fontScale="90000"/>
          </a:bodyPr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>   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sz="8000" b="1" dirty="0" smtClean="0"/>
              <a:t>1. </a:t>
            </a:r>
            <a:r>
              <a:rPr lang="en-GB" sz="8000" b="1" dirty="0" err="1" smtClean="0"/>
              <a:t>Mamafaza</a:t>
            </a:r>
            <a:r>
              <a:rPr lang="en-GB" sz="8000" b="1" dirty="0" smtClean="0"/>
              <a:t> </a:t>
            </a:r>
            <a:r>
              <a:rPr lang="en-GB" sz="8000" b="1" dirty="0" err="1"/>
              <a:t>voa</a:t>
            </a:r>
            <a:r>
              <a:rPr lang="en-GB" sz="8000" b="1" dirty="0"/>
              <a:t>,</a:t>
            </a:r>
            <a:br>
              <a:rPr lang="en-GB" sz="8000" b="1" dirty="0"/>
            </a:br>
            <a:r>
              <a:rPr lang="en-GB" sz="8000" b="1" dirty="0" err="1"/>
              <a:t>k</a:t>
            </a:r>
            <a:r>
              <a:rPr lang="en-GB" sz="8000" b="1" i="1" dirty="0" err="1"/>
              <a:t>a</a:t>
            </a:r>
            <a:r>
              <a:rPr lang="en-GB" sz="8000" b="1" dirty="0"/>
              <a:t>  </a:t>
            </a:r>
            <a:r>
              <a:rPr lang="en-GB" sz="8000" b="1" dirty="0" err="1"/>
              <a:t>aza</a:t>
            </a:r>
            <a:r>
              <a:rPr lang="en-GB" sz="8000" b="1" dirty="0"/>
              <a:t> </a:t>
            </a:r>
            <a:r>
              <a:rPr lang="en-GB" sz="8000" b="1" dirty="0" err="1"/>
              <a:t>mba</a:t>
            </a:r>
            <a:r>
              <a:rPr lang="en-GB" sz="8000" b="1" dirty="0"/>
              <a:t> </a:t>
            </a:r>
            <a:r>
              <a:rPr lang="en-GB" sz="8000" b="1" dirty="0" err="1"/>
              <a:t>malaina</a:t>
            </a:r>
            <a:r>
              <a:rPr lang="en-GB" sz="8000" b="1" dirty="0"/>
              <a:t/>
            </a:r>
            <a:br>
              <a:rPr lang="en-GB" sz="8000" b="1" dirty="0"/>
            </a:br>
            <a:r>
              <a:rPr lang="en-GB" sz="8000" b="1" dirty="0" err="1"/>
              <a:t>Fa</a:t>
            </a:r>
            <a:r>
              <a:rPr lang="en-GB" sz="8000" b="1" dirty="0"/>
              <a:t> </a:t>
            </a:r>
            <a:r>
              <a:rPr lang="en-GB" sz="8000" b="1" dirty="0" err="1"/>
              <a:t>tsy</a:t>
            </a:r>
            <a:r>
              <a:rPr lang="en-GB" sz="8000" b="1" dirty="0"/>
              <a:t> </a:t>
            </a:r>
            <a:r>
              <a:rPr lang="en-GB" sz="8000" b="1" dirty="0" err="1"/>
              <a:t>fantatrao</a:t>
            </a:r>
            <a:r>
              <a:rPr lang="en-GB" sz="8000" b="1" dirty="0"/>
              <a:t> re</a:t>
            </a:r>
            <a:br>
              <a:rPr lang="en-GB" sz="8000" b="1" dirty="0"/>
            </a:br>
            <a:r>
              <a:rPr lang="en-GB" sz="8000" b="1" i="1" dirty="0" err="1"/>
              <a:t>i</a:t>
            </a:r>
            <a:r>
              <a:rPr lang="en-GB" sz="8000" b="1" dirty="0" err="1"/>
              <a:t>zay</a:t>
            </a:r>
            <a:r>
              <a:rPr lang="en-GB" sz="8000" b="1" dirty="0"/>
              <a:t> </a:t>
            </a:r>
            <a:r>
              <a:rPr lang="en-GB" sz="8000" b="1" dirty="0" err="1"/>
              <a:t>ho</a:t>
            </a:r>
            <a:r>
              <a:rPr lang="en-GB" sz="8000" b="1" dirty="0"/>
              <a:t> </a:t>
            </a:r>
            <a:r>
              <a:rPr lang="en-GB" sz="8000" b="1" dirty="0" err="1"/>
              <a:t>vanona</a:t>
            </a:r>
            <a:r>
              <a:rPr lang="en-GB" dirty="0"/>
              <a:t> 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>        </a:t>
            </a:r>
            <a:br>
              <a:rPr lang="en-GB" dirty="0"/>
            </a:b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en-GB" sz="7200" b="1" dirty="0"/>
              <a:t>N</a:t>
            </a:r>
            <a:r>
              <a:rPr lang="en-GB" sz="7200" b="1" i="1" dirty="0"/>
              <a:t>a</a:t>
            </a:r>
            <a:r>
              <a:rPr lang="en-GB" sz="7200" b="1" dirty="0"/>
              <a:t>  </a:t>
            </a:r>
            <a:r>
              <a:rPr lang="en-GB" sz="7200" b="1" dirty="0" err="1"/>
              <a:t>amin’ny</a:t>
            </a:r>
            <a:r>
              <a:rPr lang="en-GB" sz="7200" b="1" dirty="0"/>
              <a:t> </a:t>
            </a:r>
            <a:r>
              <a:rPr lang="en-GB" sz="7200" b="1" dirty="0" err="1"/>
              <a:t>hariva</a:t>
            </a:r>
            <a:r>
              <a:rPr lang="en-GB" sz="7200" b="1" dirty="0"/>
              <a:t>,</a:t>
            </a:r>
            <a:br>
              <a:rPr lang="en-GB" sz="7200" b="1" dirty="0"/>
            </a:br>
            <a:r>
              <a:rPr lang="en-GB" sz="7200" b="1" dirty="0" err="1"/>
              <a:t>n</a:t>
            </a:r>
            <a:r>
              <a:rPr lang="en-GB" sz="7200" b="1" i="1" dirty="0" err="1"/>
              <a:t>a</a:t>
            </a:r>
            <a:r>
              <a:rPr lang="en-GB" sz="7200" b="1" dirty="0"/>
              <a:t>  </a:t>
            </a:r>
            <a:r>
              <a:rPr lang="en-GB" sz="7200" b="1" dirty="0" err="1"/>
              <a:t>amin’ny</a:t>
            </a:r>
            <a:r>
              <a:rPr lang="en-GB" sz="7200" b="1" dirty="0"/>
              <a:t> </a:t>
            </a:r>
            <a:r>
              <a:rPr lang="en-GB" sz="7200" b="1" dirty="0" err="1"/>
              <a:t>maraina</a:t>
            </a:r>
            <a:r>
              <a:rPr lang="en-GB" sz="7200" b="1" dirty="0"/>
              <a:t/>
            </a:r>
            <a:br>
              <a:rPr lang="en-GB" sz="7200" b="1" dirty="0"/>
            </a:br>
            <a:r>
              <a:rPr lang="en-GB" sz="7200" b="1" dirty="0" err="1"/>
              <a:t>Mamafaza</a:t>
            </a:r>
            <a:r>
              <a:rPr lang="en-GB" sz="7200" b="1" dirty="0"/>
              <a:t> </a:t>
            </a:r>
            <a:r>
              <a:rPr lang="en-GB" sz="7200" b="1" dirty="0" err="1"/>
              <a:t>voa</a:t>
            </a:r>
            <a:r>
              <a:rPr lang="en-GB" sz="7200" b="1" dirty="0"/>
              <a:t>,</a:t>
            </a:r>
            <a:br>
              <a:rPr lang="en-GB" sz="7200" b="1" dirty="0"/>
            </a:br>
            <a:r>
              <a:rPr lang="en-GB" sz="7200" b="1" dirty="0" err="1"/>
              <a:t>tsy</a:t>
            </a:r>
            <a:r>
              <a:rPr lang="en-GB" sz="7200" b="1" dirty="0"/>
              <a:t> </a:t>
            </a:r>
            <a:r>
              <a:rPr lang="en-GB" sz="7200" b="1" dirty="0" err="1"/>
              <a:t>mijanona</a:t>
            </a:r>
            <a:r>
              <a:rPr lang="en-GB" sz="7200" b="1" dirty="0"/>
              <a:t>.</a:t>
            </a:r>
            <a:endParaRPr lang="fr-FR" sz="7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Matokia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matokia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Hisy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amboara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anie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!</a:t>
            </a:r>
            <a:endParaRPr lang="fr-FR" sz="8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en-GB" sz="8000" b="1" dirty="0" smtClean="0"/>
              <a:t>2. </a:t>
            </a:r>
            <a:r>
              <a:rPr lang="en-GB" sz="8000" b="1" dirty="0" err="1" smtClean="0"/>
              <a:t>Mamafaza</a:t>
            </a:r>
            <a:r>
              <a:rPr lang="en-GB" sz="8000" b="1" dirty="0" smtClean="0"/>
              <a:t> </a:t>
            </a:r>
            <a:r>
              <a:rPr lang="en-GB" sz="8000" b="1" dirty="0" err="1"/>
              <a:t>voa</a:t>
            </a:r>
            <a:r>
              <a:rPr lang="en-GB" sz="8000" b="1" dirty="0"/>
              <a:t/>
            </a:r>
            <a:br>
              <a:rPr lang="en-GB" sz="8000" b="1" dirty="0"/>
            </a:br>
            <a:r>
              <a:rPr lang="en-GB" sz="8000" b="1" dirty="0" err="1"/>
              <a:t>amin’ny</a:t>
            </a:r>
            <a:r>
              <a:rPr lang="en-GB" sz="8000" b="1" dirty="0"/>
              <a:t> </a:t>
            </a:r>
            <a:r>
              <a:rPr lang="en-GB" sz="8000" b="1" dirty="0" err="1"/>
              <a:t>mahantra</a:t>
            </a:r>
            <a:r>
              <a:rPr lang="en-GB" sz="8000" b="1" dirty="0"/>
              <a:t>,</a:t>
            </a:r>
            <a:br>
              <a:rPr lang="en-GB" sz="8000" b="1" dirty="0"/>
            </a:br>
            <a:r>
              <a:rPr lang="en-GB" sz="8000" b="1" dirty="0" err="1"/>
              <a:t>K</a:t>
            </a:r>
            <a:r>
              <a:rPr lang="en-GB" sz="8000" b="1" i="1" dirty="0" err="1"/>
              <a:t>a</a:t>
            </a:r>
            <a:r>
              <a:rPr lang="en-GB" sz="8000" b="1" dirty="0"/>
              <a:t>  </a:t>
            </a:r>
            <a:r>
              <a:rPr lang="en-GB" sz="8000" b="1" dirty="0" err="1"/>
              <a:t>aza</a:t>
            </a:r>
            <a:r>
              <a:rPr lang="en-GB" sz="8000" b="1" dirty="0"/>
              <a:t> </a:t>
            </a:r>
            <a:r>
              <a:rPr lang="en-GB" sz="8000" b="1" dirty="0" err="1"/>
              <a:t>mba</a:t>
            </a:r>
            <a:r>
              <a:rPr lang="en-GB" sz="8000" b="1" dirty="0"/>
              <a:t> </a:t>
            </a:r>
            <a:r>
              <a:rPr lang="en-GB" sz="8000" b="1" dirty="0" err="1"/>
              <a:t>mifidy</a:t>
            </a:r>
            <a:r>
              <a:rPr lang="en-GB" sz="8000" b="1" dirty="0"/>
              <a:t/>
            </a:r>
            <a:br>
              <a:rPr lang="en-GB" sz="8000" b="1" dirty="0"/>
            </a:br>
            <a:r>
              <a:rPr lang="en-GB" sz="8000" b="1" dirty="0" err="1"/>
              <a:t>izay</a:t>
            </a:r>
            <a:r>
              <a:rPr lang="en-GB" sz="8000" b="1" dirty="0"/>
              <a:t> </a:t>
            </a:r>
            <a:r>
              <a:rPr lang="en-GB" sz="8000" b="1" dirty="0" err="1"/>
              <a:t>hasian-tsoa</a:t>
            </a:r>
            <a:endParaRPr lang="fr-FR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en-GB" sz="7200" b="1" dirty="0" err="1"/>
              <a:t>Fa</a:t>
            </a:r>
            <a:r>
              <a:rPr lang="en-GB" sz="7200" b="1" dirty="0"/>
              <a:t> </a:t>
            </a:r>
            <a:r>
              <a:rPr lang="en-GB" sz="7200" b="1" dirty="0" err="1"/>
              <a:t>ny</a:t>
            </a:r>
            <a:r>
              <a:rPr lang="en-GB" sz="7200" b="1" dirty="0"/>
              <a:t> </a:t>
            </a:r>
            <a:r>
              <a:rPr lang="en-GB" sz="7200" b="1" dirty="0" err="1"/>
              <a:t>fo</a:t>
            </a:r>
            <a:r>
              <a:rPr lang="en-GB" sz="7200" b="1" dirty="0"/>
              <a:t> </a:t>
            </a:r>
            <a:r>
              <a:rPr lang="en-GB" sz="7200" b="1" dirty="0" err="1"/>
              <a:t>mazoto</a:t>
            </a:r>
            <a:r>
              <a:rPr lang="en-GB" sz="7200" b="1" dirty="0"/>
              <a:t/>
            </a:r>
            <a:br>
              <a:rPr lang="en-GB" sz="7200" b="1" dirty="0"/>
            </a:br>
            <a:r>
              <a:rPr lang="en-GB" sz="7200" b="1" dirty="0" err="1"/>
              <a:t>sady</a:t>
            </a:r>
            <a:r>
              <a:rPr lang="en-GB" sz="7200" b="1" dirty="0"/>
              <a:t> </a:t>
            </a:r>
            <a:r>
              <a:rPr lang="en-GB" sz="7200" b="1" dirty="0" err="1"/>
              <a:t>feno</a:t>
            </a:r>
            <a:r>
              <a:rPr lang="en-GB" sz="7200" b="1" dirty="0"/>
              <a:t> </a:t>
            </a:r>
            <a:r>
              <a:rPr lang="en-GB" sz="7200" b="1" dirty="0" err="1"/>
              <a:t>antra</a:t>
            </a:r>
            <a:r>
              <a:rPr lang="en-GB" sz="7200" b="1" dirty="0"/>
              <a:t/>
            </a:r>
            <a:br>
              <a:rPr lang="en-GB" sz="7200" b="1" dirty="0"/>
            </a:br>
            <a:r>
              <a:rPr lang="en-GB" sz="7200" b="1" dirty="0" err="1"/>
              <a:t>Di</a:t>
            </a:r>
            <a:r>
              <a:rPr lang="en-GB" sz="7200" b="1" i="1" dirty="0" err="1"/>
              <a:t>a</a:t>
            </a:r>
            <a:r>
              <a:rPr lang="en-GB" sz="7200" b="1" dirty="0"/>
              <a:t>  </a:t>
            </a:r>
            <a:r>
              <a:rPr lang="en-GB" sz="7200" b="1" dirty="0" err="1"/>
              <a:t>homen’ny</a:t>
            </a:r>
            <a:r>
              <a:rPr lang="en-GB" sz="7200" b="1" dirty="0"/>
              <a:t> </a:t>
            </a:r>
            <a:r>
              <a:rPr lang="en-GB" sz="7200" b="1" dirty="0" err="1"/>
              <a:t>Tompo</a:t>
            </a:r>
            <a:r>
              <a:rPr lang="en-GB" sz="7200" b="1" dirty="0"/>
              <a:t/>
            </a:r>
            <a:br>
              <a:rPr lang="en-GB" sz="7200" b="1" dirty="0"/>
            </a:br>
            <a:r>
              <a:rPr lang="en-GB" sz="7200" b="1" dirty="0" err="1"/>
              <a:t>valisoa</a:t>
            </a:r>
            <a:r>
              <a:rPr lang="en-GB" sz="7200" b="1" dirty="0"/>
              <a:t> </a:t>
            </a:r>
            <a:r>
              <a:rPr lang="en-GB" sz="7200" b="1" dirty="0" err="1"/>
              <a:t>tokoa</a:t>
            </a:r>
            <a:r>
              <a:rPr lang="en-GB" sz="7200" b="1" dirty="0"/>
              <a:t>,</a:t>
            </a:r>
            <a:endParaRPr lang="fr-FR" sz="7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Matokia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matokia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Hisy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amboara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anie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!</a:t>
            </a:r>
            <a:endParaRPr lang="fr-FR" sz="8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5007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en-GB" sz="8000" b="1" dirty="0"/>
              <a:t>3</a:t>
            </a:r>
            <a:r>
              <a:rPr lang="en-GB" sz="8000" b="1" dirty="0" smtClean="0"/>
              <a:t>. </a:t>
            </a:r>
            <a:r>
              <a:rPr lang="en-GB" sz="8000" b="1" dirty="0" err="1" smtClean="0"/>
              <a:t>Mamafaza</a:t>
            </a:r>
            <a:r>
              <a:rPr lang="en-GB" sz="8000" b="1" dirty="0" smtClean="0"/>
              <a:t> </a:t>
            </a:r>
            <a:r>
              <a:rPr lang="en-GB" sz="8000" b="1" dirty="0" err="1"/>
              <a:t>voa</a:t>
            </a:r>
            <a:r>
              <a:rPr lang="en-GB" sz="8000" b="1" dirty="0"/>
              <a:t> </a:t>
            </a:r>
            <a:br>
              <a:rPr lang="en-GB" sz="8000" b="1" dirty="0"/>
            </a:br>
            <a:r>
              <a:rPr lang="en-GB" sz="8000" b="1" dirty="0" err="1"/>
              <a:t>amin’ny</a:t>
            </a:r>
            <a:r>
              <a:rPr lang="en-GB" sz="8000" b="1" dirty="0"/>
              <a:t> </a:t>
            </a:r>
            <a:r>
              <a:rPr lang="en-GB" sz="8000" b="1" dirty="0" err="1"/>
              <a:t>malemy</a:t>
            </a:r>
            <a:r>
              <a:rPr lang="en-GB" sz="8000" b="1" dirty="0"/>
              <a:t>,</a:t>
            </a:r>
            <a:br>
              <a:rPr lang="en-GB" sz="8000" b="1" dirty="0"/>
            </a:br>
            <a:r>
              <a:rPr lang="en-GB" sz="8000" b="1" dirty="0" err="1"/>
              <a:t>Ary</a:t>
            </a:r>
            <a:r>
              <a:rPr lang="en-GB" sz="8000" b="1" dirty="0"/>
              <a:t> </a:t>
            </a:r>
            <a:r>
              <a:rPr lang="en-GB" sz="8000" b="1" dirty="0" err="1"/>
              <a:t>mba</a:t>
            </a:r>
            <a:r>
              <a:rPr lang="en-GB" sz="8000" b="1" dirty="0"/>
              <a:t> </a:t>
            </a:r>
            <a:r>
              <a:rPr lang="en-GB" sz="8000" b="1" dirty="0" err="1"/>
              <a:t>ampio</a:t>
            </a:r>
            <a:r>
              <a:rPr lang="en-GB" sz="8000" b="1" dirty="0"/>
              <a:t> </a:t>
            </a:r>
            <a:r>
              <a:rPr lang="en-GB" sz="8000" b="1" i="1" dirty="0" err="1"/>
              <a:t>i</a:t>
            </a:r>
            <a:r>
              <a:rPr lang="en-GB" sz="8000" b="1" dirty="0" err="1"/>
              <a:t>zay</a:t>
            </a:r>
            <a:r>
              <a:rPr lang="en-GB" sz="8000" b="1" dirty="0"/>
              <a:t/>
            </a:r>
            <a:br>
              <a:rPr lang="en-GB" sz="8000" b="1" dirty="0"/>
            </a:br>
            <a:r>
              <a:rPr lang="en-GB" sz="8000" b="1" dirty="0" err="1"/>
              <a:t>reraka</a:t>
            </a:r>
            <a:r>
              <a:rPr lang="en-GB" sz="8000" b="1" dirty="0"/>
              <a:t> </a:t>
            </a:r>
            <a:r>
              <a:rPr lang="en-GB" sz="8000" b="1" dirty="0" err="1"/>
              <a:t>ao</a:t>
            </a:r>
            <a:r>
              <a:rPr lang="en-GB" sz="8000" b="1" dirty="0"/>
              <a:t> am-</a:t>
            </a:r>
            <a:r>
              <a:rPr lang="en-GB" sz="8000" b="1" dirty="0" err="1"/>
              <a:t>po</a:t>
            </a:r>
            <a:r>
              <a:rPr lang="en-GB" sz="8000" b="1" dirty="0"/>
              <a:t> ;</a:t>
            </a:r>
            <a:endParaRPr lang="fr-FR" sz="8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 fontScale="90000"/>
          </a:bodyPr>
          <a:lstStyle/>
          <a:p>
            <a:r>
              <a:rPr lang="en-GB" sz="8800" b="1" dirty="0" err="1"/>
              <a:t>Asehoy</a:t>
            </a:r>
            <a:r>
              <a:rPr lang="en-GB" sz="8800" b="1" dirty="0"/>
              <a:t> </a:t>
            </a:r>
            <a:r>
              <a:rPr lang="en-GB" sz="8800" b="1" dirty="0" err="1"/>
              <a:t>Jesosy</a:t>
            </a:r>
            <a:r>
              <a:rPr lang="en-GB" sz="8800" b="1" dirty="0"/>
              <a:t/>
            </a:r>
            <a:br>
              <a:rPr lang="en-GB" sz="8800" b="1" dirty="0"/>
            </a:br>
            <a:r>
              <a:rPr lang="en-GB" sz="8800" b="1" dirty="0" err="1"/>
              <a:t>loharanon-kery</a:t>
            </a:r>
            <a:r>
              <a:rPr lang="en-GB" sz="8800" b="1" dirty="0"/>
              <a:t>,</a:t>
            </a:r>
            <a:br>
              <a:rPr lang="en-GB" sz="8800" b="1" dirty="0"/>
            </a:br>
            <a:r>
              <a:rPr lang="en-GB" sz="8800" b="1" dirty="0" err="1"/>
              <a:t>Ao</a:t>
            </a:r>
            <a:r>
              <a:rPr lang="en-GB" sz="8800" b="1" dirty="0"/>
              <a:t> no </a:t>
            </a:r>
            <a:r>
              <a:rPr lang="en-GB" sz="8800" b="1" dirty="0" err="1"/>
              <a:t>anovozy</a:t>
            </a:r>
            <a:r>
              <a:rPr lang="en-GB" sz="8800" b="1" dirty="0"/>
              <a:t> </a:t>
            </a:r>
            <a:r>
              <a:rPr lang="en-GB" sz="8800" b="1" i="1" dirty="0" err="1"/>
              <a:t>i</a:t>
            </a:r>
            <a:r>
              <a:rPr lang="en-GB" sz="8800" b="1" dirty="0" err="1"/>
              <a:t>zay</a:t>
            </a:r>
            <a:r>
              <a:rPr lang="en-GB" sz="8800" b="1" dirty="0"/>
              <a:t> </a:t>
            </a:r>
            <a:r>
              <a:rPr lang="en-GB" sz="8800" b="1" dirty="0" err="1"/>
              <a:t>ilain’ny</a:t>
            </a:r>
            <a:r>
              <a:rPr lang="en-GB" sz="8800" b="1" dirty="0"/>
              <a:t> </a:t>
            </a:r>
            <a:r>
              <a:rPr lang="en-GB" sz="8800" b="1" dirty="0" err="1"/>
              <a:t>fo</a:t>
            </a:r>
            <a:r>
              <a:rPr lang="en-GB" sz="8800" b="1" dirty="0"/>
              <a:t>.</a:t>
            </a:r>
            <a:endParaRPr lang="fr-FR" sz="8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Matokia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matokia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Hisy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amboara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anie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!</a:t>
            </a:r>
            <a:endParaRPr lang="fr-FR" sz="8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5007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 fontScale="90000"/>
          </a:bodyPr>
          <a:lstStyle/>
          <a:p>
            <a:r>
              <a:rPr lang="en-GB" sz="8800" b="1" dirty="0"/>
              <a:t>4</a:t>
            </a:r>
            <a:r>
              <a:rPr lang="en-GB" sz="8800" b="1" dirty="0" smtClean="0"/>
              <a:t>. </a:t>
            </a:r>
            <a:r>
              <a:rPr lang="en-GB" sz="8800" b="1" dirty="0" err="1" smtClean="0"/>
              <a:t>Miasà</a:t>
            </a:r>
            <a:r>
              <a:rPr lang="en-GB" sz="8800" b="1" dirty="0" smtClean="0"/>
              <a:t> </a:t>
            </a:r>
            <a:r>
              <a:rPr lang="en-GB" sz="8800" b="1" dirty="0" err="1"/>
              <a:t>sakaiza</a:t>
            </a:r>
            <a:r>
              <a:rPr lang="en-GB" sz="8800" b="1" dirty="0"/>
              <a:t/>
            </a:r>
            <a:br>
              <a:rPr lang="en-GB" sz="8800" b="1" dirty="0"/>
            </a:br>
            <a:r>
              <a:rPr lang="en-GB" sz="8800" b="1" dirty="0" err="1"/>
              <a:t>Milofosa</a:t>
            </a:r>
            <a:r>
              <a:rPr lang="en-GB" sz="8800" b="1" dirty="0"/>
              <a:t> </a:t>
            </a:r>
            <a:r>
              <a:rPr lang="en-GB" sz="8800" b="1" dirty="0" err="1"/>
              <a:t>tsara</a:t>
            </a:r>
            <a:r>
              <a:rPr lang="en-GB" sz="8800" b="1" dirty="0"/>
              <a:t/>
            </a:r>
            <a:br>
              <a:rPr lang="en-GB" sz="8800" b="1" dirty="0"/>
            </a:br>
            <a:r>
              <a:rPr lang="en-GB" sz="8800" b="1" dirty="0" err="1"/>
              <a:t>Dieny</a:t>
            </a:r>
            <a:r>
              <a:rPr lang="en-GB" sz="8800" b="1" dirty="0"/>
              <a:t> </a:t>
            </a:r>
            <a:r>
              <a:rPr lang="en-GB" sz="8800" b="1" dirty="0" err="1"/>
              <a:t>misy</a:t>
            </a:r>
            <a:r>
              <a:rPr lang="en-GB" sz="8800" b="1" dirty="0"/>
              <a:t> </a:t>
            </a:r>
            <a:r>
              <a:rPr lang="en-GB" sz="8800" b="1" dirty="0" err="1"/>
              <a:t>asa</a:t>
            </a:r>
            <a:r>
              <a:rPr lang="en-GB" sz="8800" b="1" dirty="0"/>
              <a:t/>
            </a:r>
            <a:br>
              <a:rPr lang="en-GB" sz="8800" b="1" dirty="0"/>
            </a:br>
            <a:r>
              <a:rPr lang="en-GB" sz="8800" b="1" dirty="0" err="1"/>
              <a:t>Azonao</a:t>
            </a:r>
            <a:r>
              <a:rPr lang="en-GB" sz="8800" b="1" dirty="0"/>
              <a:t> </a:t>
            </a:r>
            <a:r>
              <a:rPr lang="en-GB" sz="8800" b="1" dirty="0" err="1"/>
              <a:t>atao</a:t>
            </a:r>
            <a:endParaRPr lang="fr-FR" sz="8800" b="1" dirty="0"/>
          </a:p>
        </p:txBody>
      </p:sp>
    </p:spTree>
    <p:extLst>
      <p:ext uri="{BB962C8B-B14F-4D97-AF65-F5344CB8AC3E}">
        <p14:creationId xmlns:p14="http://schemas.microsoft.com/office/powerpoint/2010/main" val="2498095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en-GB" sz="8000" b="1" dirty="0" err="1"/>
              <a:t>Matahora</a:t>
            </a:r>
            <a:r>
              <a:rPr lang="en-GB" sz="8000" b="1" dirty="0"/>
              <a:t> </a:t>
            </a:r>
            <a:r>
              <a:rPr lang="en-GB" sz="8000" b="1" dirty="0" err="1"/>
              <a:t>sao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en-GB" sz="8000" b="1" dirty="0" err="1"/>
              <a:t>tsy</a:t>
            </a:r>
            <a:r>
              <a:rPr lang="en-GB" sz="8000" b="1" dirty="0"/>
              <a:t> vita </a:t>
            </a:r>
            <a:r>
              <a:rPr lang="en-GB" sz="8000" b="1" dirty="0" err="1"/>
              <a:t>ilay</a:t>
            </a:r>
            <a:r>
              <a:rPr lang="en-GB" sz="8000" b="1" dirty="0"/>
              <a:t> </a:t>
            </a:r>
            <a:r>
              <a:rPr lang="en-GB" sz="8000" b="1" dirty="0" err="1"/>
              <a:t>anjara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en-GB" sz="8000" b="1" i="1" dirty="0" err="1"/>
              <a:t>I</a:t>
            </a:r>
            <a:r>
              <a:rPr lang="en-GB" sz="8000" b="1" dirty="0" err="1"/>
              <a:t>zay</a:t>
            </a:r>
            <a:r>
              <a:rPr lang="en-GB" sz="8000" b="1" dirty="0"/>
              <a:t> </a:t>
            </a:r>
            <a:r>
              <a:rPr lang="en-GB" sz="8000" b="1" dirty="0" err="1"/>
              <a:t>napetraky</a:t>
            </a:r>
            <a:r>
              <a:rPr lang="fr-FR" sz="8000" b="1" dirty="0"/>
              <a:t/>
            </a:r>
            <a:br>
              <a:rPr lang="fr-FR" sz="8000" b="1" dirty="0"/>
            </a:br>
            <a:r>
              <a:rPr lang="en-GB" sz="8000" b="1" dirty="0" err="1"/>
              <a:t>ny</a:t>
            </a:r>
            <a:r>
              <a:rPr lang="en-GB" sz="8000" b="1" dirty="0"/>
              <a:t> </a:t>
            </a:r>
            <a:r>
              <a:rPr lang="en-GB" sz="8000" b="1" dirty="0" err="1"/>
              <a:t>Tompo</a:t>
            </a:r>
            <a:r>
              <a:rPr lang="en-GB" sz="8000" b="1" dirty="0"/>
              <a:t> </a:t>
            </a:r>
            <a:r>
              <a:rPr lang="en-GB" sz="8000" b="1" dirty="0" err="1"/>
              <a:t>aminao</a:t>
            </a:r>
            <a:endParaRPr lang="fr-FR" sz="8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90910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Matokia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matokia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Hisy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amboara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b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80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anie</a:t>
            </a:r>
            <a:r>
              <a:rPr lang="en-GB" sz="8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!</a:t>
            </a:r>
            <a:endParaRPr lang="fr-FR" sz="8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31078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37</Words>
  <Application>Microsoft Office PowerPoint</Application>
  <PresentationFormat>Affichage à l'écran (16:9)</PresentationFormat>
  <Paragraphs>13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Thème Office</vt:lpstr>
      <vt:lpstr>306  Mamafaza voa</vt:lpstr>
      <vt:lpstr>        1. Mamafaza voa, ka  aza mba malaina Fa tsy fantatrao re izay ho vanona             </vt:lpstr>
      <vt:lpstr>Na  amin’ny hariva, na  amin’ny maraina Mamafaza voa, tsy mijanona.</vt:lpstr>
      <vt:lpstr>Matokia re, matokia re, Hisy amboara, ho anao anie !</vt:lpstr>
      <vt:lpstr>2. Mamafaza voa amin’ny mahantra, Ka  aza mba mifidy izay hasian-tsoa</vt:lpstr>
      <vt:lpstr>Fa ny fo mazoto sady feno antra Dia  homen’ny Tompo valisoa tokoa,</vt:lpstr>
      <vt:lpstr>Matokia re, matokia re, Hisy amboara, ho anao anie !</vt:lpstr>
      <vt:lpstr>3. Mamafaza voa  amin’ny malemy, Ary mba ampio izay reraka ao am-po ;</vt:lpstr>
      <vt:lpstr>Asehoy Jesosy loharanon-kery, Ao no anovozy izay ilain’ny fo.</vt:lpstr>
      <vt:lpstr>Matokia re, matokia re, Hisy amboara, ho anao anie !</vt:lpstr>
      <vt:lpstr>4. Miasà sakaiza Milofosa tsara Dieny misy asa Azonao atao</vt:lpstr>
      <vt:lpstr>Matahora sao tsy vita ilay anjara Izay napetraky ny Tompo aminao</vt:lpstr>
      <vt:lpstr>Matokia re, matokia re, Hisy amboara, ho anao anie 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md</dc:creator>
  <cp:lastModifiedBy>Gaming</cp:lastModifiedBy>
  <cp:revision>8</cp:revision>
  <dcterms:created xsi:type="dcterms:W3CDTF">2014-08-06T14:23:18Z</dcterms:created>
  <dcterms:modified xsi:type="dcterms:W3CDTF">2025-10-11T17:30:52Z</dcterms:modified>
</cp:coreProperties>
</file>