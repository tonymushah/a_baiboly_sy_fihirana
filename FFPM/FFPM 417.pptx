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726" y="7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177-1540-4A2F-B5CC-41FF4ECB6E20}" type="datetimeFigureOut">
              <a:rPr lang="fr-FR" smtClean="0"/>
              <a:pPr/>
              <a:t>11/01/2026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EDF1-A22B-4010-A18C-DEC46930931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177-1540-4A2F-B5CC-41FF4ECB6E20}" type="datetimeFigureOut">
              <a:rPr lang="fr-FR" smtClean="0"/>
              <a:pPr/>
              <a:t>11/01/2026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EDF1-A22B-4010-A18C-DEC46930931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177-1540-4A2F-B5CC-41FF4ECB6E20}" type="datetimeFigureOut">
              <a:rPr lang="fr-FR" smtClean="0"/>
              <a:pPr/>
              <a:t>11/01/2026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EDF1-A22B-4010-A18C-DEC46930931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177-1540-4A2F-B5CC-41FF4ECB6E20}" type="datetimeFigureOut">
              <a:rPr lang="fr-FR" smtClean="0"/>
              <a:pPr/>
              <a:t>11/01/2026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EDF1-A22B-4010-A18C-DEC46930931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177-1540-4A2F-B5CC-41FF4ECB6E20}" type="datetimeFigureOut">
              <a:rPr lang="fr-FR" smtClean="0"/>
              <a:pPr/>
              <a:t>11/01/2026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EDF1-A22B-4010-A18C-DEC46930931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177-1540-4A2F-B5CC-41FF4ECB6E20}" type="datetimeFigureOut">
              <a:rPr lang="fr-FR" smtClean="0"/>
              <a:pPr/>
              <a:t>11/01/2026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EDF1-A22B-4010-A18C-DEC46930931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177-1540-4A2F-B5CC-41FF4ECB6E20}" type="datetimeFigureOut">
              <a:rPr lang="fr-FR" smtClean="0"/>
              <a:pPr/>
              <a:t>11/01/2026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EDF1-A22B-4010-A18C-DEC46930931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177-1540-4A2F-B5CC-41FF4ECB6E20}" type="datetimeFigureOut">
              <a:rPr lang="fr-FR" smtClean="0"/>
              <a:pPr/>
              <a:t>11/01/2026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EDF1-A22B-4010-A18C-DEC46930931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177-1540-4A2F-B5CC-41FF4ECB6E20}" type="datetimeFigureOut">
              <a:rPr lang="fr-FR" smtClean="0"/>
              <a:pPr/>
              <a:t>11/01/2026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EDF1-A22B-4010-A18C-DEC46930931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177-1540-4A2F-B5CC-41FF4ECB6E20}" type="datetimeFigureOut">
              <a:rPr lang="fr-FR" smtClean="0"/>
              <a:pPr/>
              <a:t>11/01/2026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EDF1-A22B-4010-A18C-DEC46930931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177-1540-4A2F-B5CC-41FF4ECB6E20}" type="datetimeFigureOut">
              <a:rPr lang="fr-FR" smtClean="0"/>
              <a:pPr/>
              <a:t>11/01/2026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EDF1-A22B-4010-A18C-DEC46930931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E8177-1540-4A2F-B5CC-41FF4ECB6E20}" type="datetimeFigureOut">
              <a:rPr lang="fr-FR" smtClean="0"/>
              <a:pPr/>
              <a:t>11/01/2026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CEDF1-A22B-4010-A18C-DEC46930931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987574"/>
            <a:ext cx="7772400" cy="1102519"/>
          </a:xfrm>
        </p:spPr>
        <p:txBody>
          <a:bodyPr>
            <a:noAutofit/>
          </a:bodyPr>
          <a:lstStyle/>
          <a:p>
            <a:r>
              <a:rPr lang="fr-FR" sz="28700" b="1" dirty="0" smtClean="0"/>
              <a:t>417</a:t>
            </a:r>
            <a:endParaRPr lang="fr-FR" sz="28700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129508"/>
            <a:ext cx="6400800" cy="1314450"/>
          </a:xfrm>
        </p:spPr>
        <p:txBody>
          <a:bodyPr>
            <a:noAutofit/>
          </a:bodyPr>
          <a:lstStyle/>
          <a:p>
            <a:r>
              <a:rPr lang="fr-FR" sz="4400" b="1" dirty="0" err="1" smtClean="0"/>
              <a:t>Nandao</a:t>
            </a:r>
            <a:r>
              <a:rPr lang="fr-FR" sz="4400" b="1" dirty="0" smtClean="0"/>
              <a:t> </a:t>
            </a:r>
            <a:r>
              <a:rPr lang="fr-FR" sz="4400" b="1" dirty="0" err="1" smtClean="0"/>
              <a:t>Anao</a:t>
            </a:r>
            <a:r>
              <a:rPr lang="fr-FR" sz="4400" b="1" dirty="0" smtClean="0"/>
              <a:t> </a:t>
            </a:r>
            <a:r>
              <a:rPr lang="fr-FR" sz="4400" b="1" dirty="0" err="1" smtClean="0"/>
              <a:t>ela</a:t>
            </a:r>
            <a:r>
              <a:rPr lang="fr-FR" sz="4400" b="1" dirty="0" smtClean="0"/>
              <a:t> </a:t>
            </a:r>
            <a:r>
              <a:rPr lang="fr-FR" sz="4400" b="1" dirty="0" err="1" smtClean="0"/>
              <a:t>aho</a:t>
            </a:r>
            <a:r>
              <a:rPr lang="fr-FR" sz="4400" b="1" dirty="0" smtClean="0"/>
              <a:t>, </a:t>
            </a:r>
            <a:r>
              <a:rPr lang="fr-FR" sz="4400" b="1" dirty="0" err="1" smtClean="0"/>
              <a:t>Raiko</a:t>
            </a:r>
            <a:r>
              <a:rPr lang="fr-FR" sz="4400" b="1" dirty="0" smtClean="0"/>
              <a:t> ô!</a:t>
            </a:r>
            <a:endParaRPr lang="fr-FR" sz="4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519523"/>
            <a:ext cx="9144000" cy="4212468"/>
          </a:xfrm>
        </p:spPr>
        <p:txBody>
          <a:bodyPr>
            <a:noAutofit/>
          </a:bodyPr>
          <a:lstStyle/>
          <a:p>
            <a:r>
              <a:rPr lang="en-GB" sz="4800" b="1" dirty="0"/>
              <a:t>1 </a:t>
            </a:r>
            <a:r>
              <a:rPr lang="en-GB" sz="4800" b="1" dirty="0" err="1"/>
              <a:t>Nandao</a:t>
            </a:r>
            <a:r>
              <a:rPr lang="en-GB" sz="4800" b="1" dirty="0"/>
              <a:t> </a:t>
            </a:r>
            <a:r>
              <a:rPr lang="en-GB" sz="4800" b="1" dirty="0" err="1"/>
              <a:t>Anao</a:t>
            </a:r>
            <a:r>
              <a:rPr lang="en-GB" sz="4800" b="1" dirty="0"/>
              <a:t> </a:t>
            </a:r>
            <a:r>
              <a:rPr lang="en-GB" sz="4800" b="1" dirty="0" err="1"/>
              <a:t>ela</a:t>
            </a:r>
            <a:r>
              <a:rPr lang="en-GB" sz="4800" b="1" dirty="0"/>
              <a:t> </a:t>
            </a:r>
            <a:r>
              <a:rPr lang="en-GB" sz="4800" b="1" dirty="0" err="1" smtClean="0"/>
              <a:t>aho</a:t>
            </a:r>
            <a:r>
              <a:rPr lang="en-GB" sz="4800" b="1" dirty="0" smtClean="0"/>
              <a:t>,</a:t>
            </a:r>
            <a:r>
              <a:rPr lang="fr-FR" sz="4800" b="1" dirty="0" smtClean="0"/>
              <a:t> </a:t>
            </a:r>
            <a:r>
              <a:rPr lang="en-GB" sz="4800" b="1" dirty="0" err="1" smtClean="0"/>
              <a:t>Raiko</a:t>
            </a:r>
            <a:r>
              <a:rPr lang="en-GB" sz="4800" b="1" dirty="0" smtClean="0"/>
              <a:t> </a:t>
            </a:r>
            <a:r>
              <a:rPr lang="en-GB" sz="4800" b="1" dirty="0"/>
              <a:t>ô !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i="1" dirty="0" err="1" smtClean="0"/>
              <a:t>I</a:t>
            </a:r>
            <a:r>
              <a:rPr lang="en-GB" sz="4800" b="1" dirty="0" err="1" smtClean="0"/>
              <a:t>zao</a:t>
            </a:r>
            <a:r>
              <a:rPr lang="en-GB" sz="4800" b="1" dirty="0" smtClean="0"/>
              <a:t> </a:t>
            </a:r>
            <a:r>
              <a:rPr lang="en-GB" sz="4800" b="1" dirty="0" err="1"/>
              <a:t>di</a:t>
            </a:r>
            <a:r>
              <a:rPr lang="en-GB" sz="4800" b="1" i="1" dirty="0" err="1"/>
              <a:t>a</a:t>
            </a:r>
            <a:r>
              <a:rPr lang="en-GB" sz="4800" b="1" dirty="0"/>
              <a:t>  </a:t>
            </a:r>
            <a:r>
              <a:rPr lang="en-GB" sz="4800" b="1" dirty="0" err="1"/>
              <a:t>te-hody</a:t>
            </a:r>
            <a:r>
              <a:rPr lang="en-GB" sz="4800" b="1" dirty="0"/>
              <a:t> </a:t>
            </a:r>
            <a:r>
              <a:rPr lang="en-GB" sz="4800" b="1" dirty="0" err="1"/>
              <a:t>aho</a:t>
            </a:r>
            <a:r>
              <a:rPr lang="en-GB" sz="4800" b="1" dirty="0"/>
              <a:t> ; 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dirty="0" err="1" smtClean="0"/>
              <a:t>Maniry</a:t>
            </a:r>
            <a:r>
              <a:rPr lang="en-GB" sz="4800" b="1" dirty="0" smtClean="0"/>
              <a:t> </a:t>
            </a:r>
            <a:r>
              <a:rPr lang="en-GB" sz="4800" b="1" dirty="0" err="1"/>
              <a:t>hiankina</a:t>
            </a:r>
            <a:r>
              <a:rPr lang="en-GB" sz="4800" b="1" dirty="0"/>
              <a:t> an-</a:t>
            </a:r>
            <a:r>
              <a:rPr lang="en-GB" sz="4800" b="1" dirty="0" err="1"/>
              <a:t>tratranao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dirty="0" smtClean="0"/>
              <a:t> </a:t>
            </a:r>
            <a:r>
              <a:rPr lang="en-GB" sz="4800" b="1" i="1" dirty="0" err="1"/>
              <a:t>I</a:t>
            </a:r>
            <a:r>
              <a:rPr lang="en-GB" sz="4800" b="1" dirty="0" err="1"/>
              <a:t>zao</a:t>
            </a:r>
            <a:r>
              <a:rPr lang="en-GB" sz="4800" b="1" dirty="0"/>
              <a:t> </a:t>
            </a:r>
            <a:r>
              <a:rPr lang="en-GB" sz="4800" b="1" dirty="0" err="1"/>
              <a:t>di</a:t>
            </a:r>
            <a:r>
              <a:rPr lang="en-GB" sz="4800" b="1" i="1" dirty="0" err="1"/>
              <a:t>a</a:t>
            </a:r>
            <a:r>
              <a:rPr lang="en-GB" sz="4800" b="1" dirty="0"/>
              <a:t>  </a:t>
            </a:r>
            <a:r>
              <a:rPr lang="en-GB" sz="4800" b="1" dirty="0" err="1"/>
              <a:t>te-hody</a:t>
            </a:r>
            <a:r>
              <a:rPr lang="en-GB" sz="4800" b="1" dirty="0"/>
              <a:t> </a:t>
            </a:r>
            <a:r>
              <a:rPr lang="en-GB" sz="4800" b="1" dirty="0" err="1"/>
              <a:t>aho</a:t>
            </a:r>
            <a:r>
              <a:rPr lang="en-GB" sz="4800" b="1" dirty="0"/>
              <a:t>,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dirty="0" smtClean="0"/>
              <a:t>:,: </a:t>
            </a:r>
            <a:r>
              <a:rPr lang="en-GB" sz="4800" b="1" i="1" dirty="0" err="1"/>
              <a:t>I</a:t>
            </a:r>
            <a:r>
              <a:rPr lang="en-GB" sz="4800" b="1" dirty="0" err="1"/>
              <a:t>nty</a:t>
            </a:r>
            <a:r>
              <a:rPr lang="en-GB" sz="4800" b="1" dirty="0"/>
              <a:t> </a:t>
            </a:r>
            <a:r>
              <a:rPr lang="en-GB" sz="4800" b="1" dirty="0" err="1"/>
              <a:t>tamy</a:t>
            </a:r>
            <a:r>
              <a:rPr lang="en-GB" sz="4800" b="1" dirty="0"/>
              <a:t> </a:t>
            </a:r>
            <a:r>
              <a:rPr lang="en-GB" sz="4800" b="1" dirty="0" err="1" smtClean="0"/>
              <a:t>aho</a:t>
            </a:r>
            <a:r>
              <a:rPr lang="en-GB" sz="4800" b="1" dirty="0" smtClean="0"/>
              <a:t>, </a:t>
            </a:r>
            <a:r>
              <a:rPr lang="en-GB" sz="4800" b="1" dirty="0" err="1" smtClean="0"/>
              <a:t>Raiko</a:t>
            </a:r>
            <a:r>
              <a:rPr lang="en-GB" sz="4800" b="1" dirty="0" smtClean="0"/>
              <a:t> </a:t>
            </a:r>
            <a:r>
              <a:rPr lang="en-GB" sz="4800" b="1" dirty="0" err="1"/>
              <a:t>malala</a:t>
            </a:r>
            <a:r>
              <a:rPr lang="en-GB" sz="4800" b="1" dirty="0"/>
              <a:t> ô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dirty="0"/>
              <a:t>        </a:t>
            </a:r>
            <a:r>
              <a:rPr lang="en-GB" sz="4800" b="1" dirty="0" err="1"/>
              <a:t>Raiso</a:t>
            </a:r>
            <a:r>
              <a:rPr lang="en-GB" sz="4800" b="1" dirty="0"/>
              <a:t> </a:t>
            </a:r>
            <a:r>
              <a:rPr lang="en-GB" sz="4800" b="1" dirty="0" err="1"/>
              <a:t>ny</a:t>
            </a:r>
            <a:r>
              <a:rPr lang="en-GB" sz="4800" b="1" dirty="0"/>
              <a:t> </a:t>
            </a:r>
            <a:r>
              <a:rPr lang="en-GB" sz="4800" b="1" dirty="0" err="1"/>
              <a:t>tanako</a:t>
            </a:r>
            <a:r>
              <a:rPr lang="en-GB" sz="4800" b="1" dirty="0"/>
              <a:t> </a:t>
            </a:r>
            <a:r>
              <a:rPr lang="en-GB" sz="4800" b="1" dirty="0" smtClean="0"/>
              <a:t>:,:</a:t>
            </a:r>
            <a:endParaRPr lang="fr-FR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519523"/>
            <a:ext cx="9144000" cy="4212468"/>
          </a:xfrm>
        </p:spPr>
        <p:txBody>
          <a:bodyPr>
            <a:noAutofit/>
          </a:bodyPr>
          <a:lstStyle/>
          <a:p>
            <a:r>
              <a:rPr lang="en-GB" sz="4800" b="1" dirty="0"/>
              <a:t>2 </a:t>
            </a:r>
            <a:r>
              <a:rPr lang="en-GB" sz="4800" b="1" dirty="0" err="1"/>
              <a:t>Maniry</a:t>
            </a:r>
            <a:r>
              <a:rPr lang="en-GB" sz="4800" b="1" dirty="0"/>
              <a:t> </a:t>
            </a:r>
            <a:r>
              <a:rPr lang="en-GB" sz="4800" b="1" dirty="0" err="1"/>
              <a:t>hanana</a:t>
            </a:r>
            <a:r>
              <a:rPr lang="en-GB" sz="4800" b="1" dirty="0"/>
              <a:t> </a:t>
            </a:r>
            <a:r>
              <a:rPr lang="en-GB" sz="4800" b="1" dirty="0" err="1"/>
              <a:t>fiadanam-po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i="1" dirty="0" err="1" smtClean="0"/>
              <a:t>I</a:t>
            </a:r>
            <a:r>
              <a:rPr lang="en-GB" sz="4800" b="1" dirty="0" err="1" smtClean="0"/>
              <a:t>zao</a:t>
            </a:r>
            <a:r>
              <a:rPr lang="en-GB" sz="4800" b="1" dirty="0" smtClean="0"/>
              <a:t> </a:t>
            </a:r>
            <a:r>
              <a:rPr lang="en-GB" sz="4800" b="1" dirty="0" err="1"/>
              <a:t>dia</a:t>
            </a:r>
            <a:r>
              <a:rPr lang="en-GB" sz="4800" b="1" dirty="0"/>
              <a:t> </a:t>
            </a:r>
            <a:r>
              <a:rPr lang="en-GB" sz="4800" b="1" dirty="0" err="1"/>
              <a:t>te-hody</a:t>
            </a:r>
            <a:r>
              <a:rPr lang="en-GB" sz="4800" b="1" dirty="0"/>
              <a:t> </a:t>
            </a:r>
            <a:r>
              <a:rPr lang="en-GB" sz="4800" b="1" dirty="0" err="1"/>
              <a:t>aho</a:t>
            </a:r>
            <a:r>
              <a:rPr lang="en-GB" sz="4800" b="1" dirty="0"/>
              <a:t>,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dirty="0" smtClean="0"/>
              <a:t> </a:t>
            </a:r>
            <a:r>
              <a:rPr lang="en-GB" sz="4800" b="1" dirty="0" err="1"/>
              <a:t>Sy</a:t>
            </a:r>
            <a:r>
              <a:rPr lang="en-GB" sz="4800" b="1" dirty="0"/>
              <a:t> </a:t>
            </a:r>
            <a:r>
              <a:rPr lang="en-GB" sz="4800" b="1" dirty="0" err="1"/>
              <a:t>mba</a:t>
            </a:r>
            <a:r>
              <a:rPr lang="en-GB" sz="4800" b="1" dirty="0"/>
              <a:t> </a:t>
            </a:r>
            <a:r>
              <a:rPr lang="en-GB" sz="4800" b="1" dirty="0" err="1"/>
              <a:t>hivesatra</a:t>
            </a:r>
            <a:r>
              <a:rPr lang="en-GB" sz="4800" b="1" dirty="0"/>
              <a:t> </a:t>
            </a:r>
            <a:r>
              <a:rPr lang="en-GB" sz="4800" b="1" dirty="0" err="1"/>
              <a:t>ny</a:t>
            </a:r>
            <a:r>
              <a:rPr lang="en-GB" sz="4800" b="1" dirty="0"/>
              <a:t> </a:t>
            </a:r>
            <a:r>
              <a:rPr lang="en-GB" sz="4800" b="1" dirty="0" err="1"/>
              <a:t>zioganao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dirty="0" smtClean="0"/>
              <a:t> </a:t>
            </a:r>
            <a:r>
              <a:rPr lang="en-GB" sz="4800" b="1" i="1" dirty="0" err="1"/>
              <a:t>I</a:t>
            </a:r>
            <a:r>
              <a:rPr lang="en-GB" sz="4800" b="1" dirty="0" err="1"/>
              <a:t>zao</a:t>
            </a:r>
            <a:r>
              <a:rPr lang="en-GB" sz="4800" b="1" dirty="0"/>
              <a:t> </a:t>
            </a:r>
            <a:r>
              <a:rPr lang="en-GB" sz="4800" b="1" dirty="0" err="1"/>
              <a:t>di</a:t>
            </a:r>
            <a:r>
              <a:rPr lang="en-GB" sz="4800" b="1" i="1" dirty="0" err="1"/>
              <a:t>a</a:t>
            </a:r>
            <a:r>
              <a:rPr lang="en-GB" sz="4800" b="1" dirty="0"/>
              <a:t> </a:t>
            </a:r>
            <a:r>
              <a:rPr lang="en-GB" sz="4800" b="1" dirty="0" err="1"/>
              <a:t>te-hody</a:t>
            </a:r>
            <a:r>
              <a:rPr lang="en-GB" sz="4800" b="1" dirty="0"/>
              <a:t> </a:t>
            </a:r>
            <a:r>
              <a:rPr lang="en-GB" sz="4800" b="1" dirty="0" err="1"/>
              <a:t>aho</a:t>
            </a:r>
            <a:r>
              <a:rPr lang="en-GB" sz="4800" b="1" dirty="0" smtClean="0"/>
              <a:t>,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dirty="0" smtClean="0"/>
              <a:t>:,: </a:t>
            </a:r>
            <a:r>
              <a:rPr lang="en-GB" sz="4800" b="1" i="1" dirty="0" err="1"/>
              <a:t>I</a:t>
            </a:r>
            <a:r>
              <a:rPr lang="en-GB" sz="4800" b="1" dirty="0" err="1"/>
              <a:t>nty</a:t>
            </a:r>
            <a:r>
              <a:rPr lang="en-GB" sz="4800" b="1" dirty="0"/>
              <a:t> </a:t>
            </a:r>
            <a:r>
              <a:rPr lang="en-GB" sz="4800" b="1" dirty="0" err="1"/>
              <a:t>tamy</a:t>
            </a:r>
            <a:r>
              <a:rPr lang="en-GB" sz="4800" b="1" dirty="0"/>
              <a:t> </a:t>
            </a:r>
            <a:r>
              <a:rPr lang="en-GB" sz="4800" b="1" dirty="0" err="1"/>
              <a:t>aho</a:t>
            </a:r>
            <a:r>
              <a:rPr lang="en-GB" sz="4800" b="1" dirty="0"/>
              <a:t>, </a:t>
            </a:r>
            <a:r>
              <a:rPr lang="en-GB" sz="4800" b="1" dirty="0" err="1" smtClean="0"/>
              <a:t>Raiko</a:t>
            </a:r>
            <a:r>
              <a:rPr lang="en-GB" sz="4800" b="1" dirty="0" smtClean="0"/>
              <a:t> </a:t>
            </a:r>
            <a:r>
              <a:rPr lang="en-GB" sz="4800" b="1" dirty="0" err="1" smtClean="0"/>
              <a:t>malala</a:t>
            </a:r>
            <a:r>
              <a:rPr lang="en-GB" sz="4800" b="1" dirty="0" smtClean="0"/>
              <a:t> </a:t>
            </a:r>
            <a:r>
              <a:rPr lang="en-GB" sz="4800" b="1" dirty="0"/>
              <a:t>ô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dirty="0"/>
              <a:t>        </a:t>
            </a:r>
            <a:r>
              <a:rPr lang="en-GB" sz="4800" b="1" dirty="0" err="1"/>
              <a:t>Raiso</a:t>
            </a:r>
            <a:r>
              <a:rPr lang="en-GB" sz="4800" b="1" dirty="0"/>
              <a:t> </a:t>
            </a:r>
            <a:r>
              <a:rPr lang="en-GB" sz="4800" b="1" dirty="0" err="1"/>
              <a:t>ny</a:t>
            </a:r>
            <a:r>
              <a:rPr lang="en-GB" sz="4800" b="1" dirty="0"/>
              <a:t> </a:t>
            </a:r>
            <a:r>
              <a:rPr lang="en-GB" sz="4800" b="1" dirty="0" err="1"/>
              <a:t>tanako</a:t>
            </a:r>
            <a:r>
              <a:rPr lang="en-GB" sz="4800" b="1" dirty="0"/>
              <a:t> </a:t>
            </a:r>
            <a:r>
              <a:rPr lang="en-GB" sz="4800" b="1" dirty="0" smtClean="0"/>
              <a:t>:,:</a:t>
            </a:r>
            <a:endParaRPr lang="fr-FR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519523"/>
            <a:ext cx="9144000" cy="4212468"/>
          </a:xfrm>
        </p:spPr>
        <p:txBody>
          <a:bodyPr>
            <a:noAutofit/>
          </a:bodyPr>
          <a:lstStyle/>
          <a:p>
            <a:r>
              <a:rPr lang="en-GB" sz="4800" b="1" dirty="0"/>
              <a:t>3 </a:t>
            </a:r>
            <a:r>
              <a:rPr lang="en-GB" sz="4800" b="1" dirty="0" err="1"/>
              <a:t>Itambesaran’ny</a:t>
            </a:r>
            <a:r>
              <a:rPr lang="en-GB" sz="4800" b="1" dirty="0"/>
              <a:t> </a:t>
            </a:r>
            <a:r>
              <a:rPr lang="en-GB" sz="4800" b="1" dirty="0" err="1"/>
              <a:t>ota</a:t>
            </a:r>
            <a:r>
              <a:rPr lang="en-GB" sz="4800" b="1" dirty="0"/>
              <a:t> </a:t>
            </a:r>
            <a:r>
              <a:rPr lang="en-GB" sz="4800" b="1" dirty="0" err="1"/>
              <a:t>natao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dirty="0" smtClean="0"/>
              <a:t> </a:t>
            </a:r>
            <a:r>
              <a:rPr lang="en-GB" sz="4800" b="1" i="1" dirty="0" err="1"/>
              <a:t>I</a:t>
            </a:r>
            <a:r>
              <a:rPr lang="en-GB" sz="4800" b="1" dirty="0" err="1"/>
              <a:t>zao</a:t>
            </a:r>
            <a:r>
              <a:rPr lang="en-GB" sz="4800" b="1" dirty="0"/>
              <a:t> </a:t>
            </a:r>
            <a:r>
              <a:rPr lang="en-GB" sz="4800" b="1" dirty="0" err="1"/>
              <a:t>dia</a:t>
            </a:r>
            <a:r>
              <a:rPr lang="en-GB" sz="4800" b="1" dirty="0"/>
              <a:t> </a:t>
            </a:r>
            <a:r>
              <a:rPr lang="en-GB" sz="4800" b="1" dirty="0" err="1"/>
              <a:t>te-hody</a:t>
            </a:r>
            <a:r>
              <a:rPr lang="en-GB" sz="4800" b="1" dirty="0"/>
              <a:t> </a:t>
            </a:r>
            <a:r>
              <a:rPr lang="en-GB" sz="4800" b="1" dirty="0" err="1"/>
              <a:t>aho</a:t>
            </a:r>
            <a:r>
              <a:rPr lang="en-GB" sz="4800" b="1" dirty="0"/>
              <a:t>,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dirty="0" smtClean="0"/>
              <a:t> </a:t>
            </a:r>
            <a:r>
              <a:rPr lang="en-GB" sz="4800" b="1" dirty="0" err="1"/>
              <a:t>Matoky</a:t>
            </a:r>
            <a:r>
              <a:rPr lang="en-GB" sz="4800" b="1" dirty="0"/>
              <a:t> </a:t>
            </a:r>
            <a:r>
              <a:rPr lang="en-GB" sz="4800" b="1" dirty="0" err="1"/>
              <a:t>anefa</a:t>
            </a:r>
            <a:r>
              <a:rPr lang="en-GB" sz="4800" b="1" dirty="0"/>
              <a:t> </a:t>
            </a:r>
            <a:r>
              <a:rPr lang="en-GB" sz="4800" b="1" dirty="0" err="1"/>
              <a:t>fa</a:t>
            </a:r>
            <a:r>
              <a:rPr lang="en-GB" sz="4800" b="1" dirty="0"/>
              <a:t> </a:t>
            </a:r>
            <a:r>
              <a:rPr lang="en-GB" sz="4800" b="1" dirty="0" err="1"/>
              <a:t>horaisinao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i="1" dirty="0" err="1" smtClean="0"/>
              <a:t>I</a:t>
            </a:r>
            <a:r>
              <a:rPr lang="en-GB" sz="4800" b="1" dirty="0" err="1" smtClean="0"/>
              <a:t>zao</a:t>
            </a:r>
            <a:r>
              <a:rPr lang="en-GB" sz="4800" b="1" dirty="0" smtClean="0"/>
              <a:t> </a:t>
            </a:r>
            <a:r>
              <a:rPr lang="en-GB" sz="4800" b="1" dirty="0" err="1"/>
              <a:t>di</a:t>
            </a:r>
            <a:r>
              <a:rPr lang="en-GB" sz="4800" b="1" i="1" dirty="0" err="1"/>
              <a:t>a</a:t>
            </a:r>
            <a:r>
              <a:rPr lang="en-GB" sz="4800" b="1" dirty="0"/>
              <a:t>  </a:t>
            </a:r>
            <a:r>
              <a:rPr lang="en-GB" sz="4800" b="1" dirty="0" err="1"/>
              <a:t>te-hody</a:t>
            </a:r>
            <a:r>
              <a:rPr lang="en-GB" sz="4800" b="1" dirty="0"/>
              <a:t> </a:t>
            </a:r>
            <a:r>
              <a:rPr lang="en-GB" sz="4800" b="1" dirty="0" err="1" smtClean="0"/>
              <a:t>aho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dirty="0" smtClean="0"/>
              <a:t>:,: </a:t>
            </a:r>
            <a:r>
              <a:rPr lang="en-GB" sz="4800" b="1" i="1" dirty="0" err="1"/>
              <a:t>I</a:t>
            </a:r>
            <a:r>
              <a:rPr lang="en-GB" sz="4800" b="1" dirty="0" err="1"/>
              <a:t>nty</a:t>
            </a:r>
            <a:r>
              <a:rPr lang="en-GB" sz="4800" b="1" dirty="0"/>
              <a:t> </a:t>
            </a:r>
            <a:r>
              <a:rPr lang="en-GB" sz="4800" b="1" dirty="0" err="1"/>
              <a:t>tamy</a:t>
            </a:r>
            <a:r>
              <a:rPr lang="en-GB" sz="4800" b="1" dirty="0"/>
              <a:t> </a:t>
            </a:r>
            <a:r>
              <a:rPr lang="en-GB" sz="4800" b="1" dirty="0" err="1"/>
              <a:t>aho</a:t>
            </a:r>
            <a:r>
              <a:rPr lang="en-GB" sz="4800" b="1" dirty="0"/>
              <a:t>, </a:t>
            </a:r>
            <a:r>
              <a:rPr lang="en-GB" sz="4800" b="1" dirty="0" err="1" smtClean="0"/>
              <a:t>Raiko</a:t>
            </a:r>
            <a:r>
              <a:rPr lang="fr-FR" sz="4800" b="1" dirty="0" smtClean="0"/>
              <a:t> m</a:t>
            </a:r>
            <a:r>
              <a:rPr lang="en-GB" sz="4800" b="1" dirty="0" err="1" smtClean="0"/>
              <a:t>alala</a:t>
            </a:r>
            <a:r>
              <a:rPr lang="en-GB" sz="4800" b="1" dirty="0" smtClean="0"/>
              <a:t> </a:t>
            </a:r>
            <a:r>
              <a:rPr lang="en-GB" sz="4800" b="1" dirty="0"/>
              <a:t>ô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dirty="0"/>
              <a:t>        </a:t>
            </a:r>
            <a:r>
              <a:rPr lang="en-GB" sz="4800" b="1" dirty="0" err="1"/>
              <a:t>Raiso</a:t>
            </a:r>
            <a:r>
              <a:rPr lang="en-GB" sz="4800" b="1" dirty="0"/>
              <a:t> </a:t>
            </a:r>
            <a:r>
              <a:rPr lang="en-GB" sz="4800" b="1" dirty="0" err="1"/>
              <a:t>ny</a:t>
            </a:r>
            <a:r>
              <a:rPr lang="en-GB" sz="4800" b="1" dirty="0"/>
              <a:t> </a:t>
            </a:r>
            <a:r>
              <a:rPr lang="en-GB" sz="4800" b="1" dirty="0" err="1"/>
              <a:t>tanako</a:t>
            </a:r>
            <a:r>
              <a:rPr lang="en-GB" sz="4800" b="1" dirty="0"/>
              <a:t> </a:t>
            </a:r>
            <a:r>
              <a:rPr lang="en-GB" sz="4800" b="1" dirty="0" smtClean="0"/>
              <a:t>:,:</a:t>
            </a:r>
            <a:endParaRPr lang="fr-FR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519523"/>
            <a:ext cx="9144000" cy="4212468"/>
          </a:xfrm>
        </p:spPr>
        <p:txBody>
          <a:bodyPr>
            <a:noAutofit/>
          </a:bodyPr>
          <a:lstStyle/>
          <a:p>
            <a:r>
              <a:rPr lang="en-GB" b="1" dirty="0" smtClean="0"/>
              <a:t>4 </a:t>
            </a:r>
            <a:r>
              <a:rPr lang="en-GB" b="1" dirty="0" err="1" smtClean="0"/>
              <a:t>Raha</a:t>
            </a:r>
            <a:r>
              <a:rPr lang="en-GB" b="1" dirty="0" smtClean="0"/>
              <a:t> </a:t>
            </a:r>
            <a:r>
              <a:rPr lang="en-GB" b="1" dirty="0" err="1" smtClean="0"/>
              <a:t>tsy</a:t>
            </a:r>
            <a:r>
              <a:rPr lang="en-GB" b="1" dirty="0" smtClean="0"/>
              <a:t> </a:t>
            </a:r>
            <a:r>
              <a:rPr lang="en-GB" b="1" dirty="0" err="1" smtClean="0"/>
              <a:t>mendrika</a:t>
            </a:r>
            <a:r>
              <a:rPr lang="en-GB" b="1" dirty="0" smtClean="0"/>
              <a:t> </a:t>
            </a:r>
            <a:r>
              <a:rPr lang="en-GB" b="1" dirty="0" err="1" smtClean="0"/>
              <a:t>ny</a:t>
            </a:r>
            <a:r>
              <a:rPr lang="en-GB" b="1" dirty="0" smtClean="0"/>
              <a:t> ho </a:t>
            </a:r>
            <a:r>
              <a:rPr lang="en-GB" b="1" dirty="0" err="1" smtClean="0"/>
              <a:t>zanakao</a:t>
            </a:r>
            <a:r>
              <a:rPr lang="en-GB" b="1" dirty="0" smtClean="0"/>
              <a:t>,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en-GB" b="1" i="1" dirty="0" err="1" smtClean="0"/>
              <a:t>I</a:t>
            </a:r>
            <a:r>
              <a:rPr lang="en-GB" b="1" dirty="0" err="1" smtClean="0"/>
              <a:t>zao</a:t>
            </a:r>
            <a:r>
              <a:rPr lang="en-GB" b="1" dirty="0" smtClean="0"/>
              <a:t> </a:t>
            </a:r>
            <a:r>
              <a:rPr lang="en-GB" b="1" dirty="0" err="1" smtClean="0"/>
              <a:t>di</a:t>
            </a:r>
            <a:r>
              <a:rPr lang="en-GB" b="1" i="1" dirty="0" err="1" smtClean="0"/>
              <a:t>a</a:t>
            </a:r>
            <a:r>
              <a:rPr lang="en-GB" b="1" dirty="0" smtClean="0"/>
              <a:t>  </a:t>
            </a:r>
            <a:r>
              <a:rPr lang="en-GB" b="1" dirty="0" err="1" smtClean="0"/>
              <a:t>te-hody</a:t>
            </a:r>
            <a:r>
              <a:rPr lang="en-GB" b="1" dirty="0" smtClean="0"/>
              <a:t> </a:t>
            </a:r>
            <a:r>
              <a:rPr lang="en-GB" b="1" dirty="0" err="1" smtClean="0"/>
              <a:t>aho</a:t>
            </a:r>
            <a:r>
              <a:rPr lang="en-GB" b="1" dirty="0" smtClean="0"/>
              <a:t>,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en-GB" b="1" dirty="0" err="1" smtClean="0"/>
              <a:t>Ataovy</a:t>
            </a:r>
            <a:r>
              <a:rPr lang="en-GB" b="1" dirty="0" smtClean="0"/>
              <a:t> ho </a:t>
            </a:r>
            <a:r>
              <a:rPr lang="en-GB" b="1" dirty="0" err="1" smtClean="0"/>
              <a:t>isan’ny</a:t>
            </a:r>
            <a:r>
              <a:rPr lang="en-GB" b="1" dirty="0" smtClean="0"/>
              <a:t> </a:t>
            </a:r>
            <a:r>
              <a:rPr lang="en-GB" b="1" dirty="0" err="1" smtClean="0"/>
              <a:t>mpanomponao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en-GB" b="1" i="1" dirty="0" err="1" smtClean="0"/>
              <a:t>I</a:t>
            </a:r>
            <a:r>
              <a:rPr lang="en-GB" b="1" dirty="0" err="1" smtClean="0"/>
              <a:t>zao</a:t>
            </a:r>
            <a:r>
              <a:rPr lang="en-GB" b="1" dirty="0" smtClean="0"/>
              <a:t> </a:t>
            </a:r>
            <a:r>
              <a:rPr lang="en-GB" b="1" dirty="0" err="1" smtClean="0"/>
              <a:t>di</a:t>
            </a:r>
            <a:r>
              <a:rPr lang="en-GB" b="1" i="1" dirty="0" err="1" smtClean="0"/>
              <a:t>a</a:t>
            </a:r>
            <a:r>
              <a:rPr lang="en-GB" b="1" dirty="0" smtClean="0"/>
              <a:t>  </a:t>
            </a:r>
            <a:r>
              <a:rPr lang="en-GB" b="1" dirty="0" err="1" smtClean="0"/>
              <a:t>te-hody</a:t>
            </a:r>
            <a:r>
              <a:rPr lang="en-GB" b="1" dirty="0" smtClean="0"/>
              <a:t> </a:t>
            </a:r>
            <a:r>
              <a:rPr lang="en-GB" b="1" dirty="0" err="1" smtClean="0"/>
              <a:t>aho</a:t>
            </a:r>
            <a:r>
              <a:rPr lang="en-GB" b="1" dirty="0" smtClean="0"/>
              <a:t>,</a:t>
            </a:r>
            <a:r>
              <a:rPr lang="fr-FR" b="1" dirty="0"/>
              <a:t/>
            </a:r>
            <a:br>
              <a:rPr lang="fr-FR" b="1" dirty="0"/>
            </a:br>
            <a:r>
              <a:rPr lang="en-GB" b="1" dirty="0" smtClean="0"/>
              <a:t>:,: </a:t>
            </a:r>
            <a:r>
              <a:rPr lang="en-GB" b="1" i="1" dirty="0" err="1"/>
              <a:t>I</a:t>
            </a:r>
            <a:r>
              <a:rPr lang="en-GB" b="1" dirty="0" err="1"/>
              <a:t>nty</a:t>
            </a:r>
            <a:r>
              <a:rPr lang="en-GB" b="1" dirty="0"/>
              <a:t> </a:t>
            </a:r>
            <a:r>
              <a:rPr lang="en-GB" b="1" dirty="0" err="1"/>
              <a:t>tamy</a:t>
            </a:r>
            <a:r>
              <a:rPr lang="en-GB" b="1" dirty="0"/>
              <a:t> </a:t>
            </a:r>
            <a:r>
              <a:rPr lang="en-GB" b="1" dirty="0" err="1"/>
              <a:t>aho</a:t>
            </a:r>
            <a:r>
              <a:rPr lang="en-GB" b="1" dirty="0"/>
              <a:t>, </a:t>
            </a:r>
            <a:r>
              <a:rPr lang="en-GB" b="1" dirty="0" err="1" smtClean="0"/>
              <a:t>Raiko</a:t>
            </a:r>
            <a:r>
              <a:rPr lang="en-GB" b="1" dirty="0" smtClean="0"/>
              <a:t> </a:t>
            </a:r>
            <a:r>
              <a:rPr lang="en-GB" b="1" dirty="0" err="1"/>
              <a:t>malala</a:t>
            </a:r>
            <a:r>
              <a:rPr lang="en-GB" b="1" dirty="0"/>
              <a:t> ô</a:t>
            </a:r>
            <a:r>
              <a:rPr lang="fr-FR" b="1" dirty="0"/>
              <a:t/>
            </a:r>
            <a:br>
              <a:rPr lang="fr-FR" b="1" dirty="0"/>
            </a:br>
            <a:r>
              <a:rPr lang="en-GB" b="1" dirty="0"/>
              <a:t>        </a:t>
            </a:r>
            <a:r>
              <a:rPr lang="en-GB" b="1" dirty="0" err="1"/>
              <a:t>Raiso</a:t>
            </a:r>
            <a:r>
              <a:rPr lang="en-GB" b="1" dirty="0"/>
              <a:t> </a:t>
            </a:r>
            <a:r>
              <a:rPr lang="en-GB" b="1" dirty="0" err="1"/>
              <a:t>ny</a:t>
            </a:r>
            <a:r>
              <a:rPr lang="en-GB" b="1" dirty="0"/>
              <a:t> </a:t>
            </a:r>
            <a:r>
              <a:rPr lang="en-GB" b="1" dirty="0" err="1"/>
              <a:t>tanako</a:t>
            </a:r>
            <a:r>
              <a:rPr lang="en-GB" b="1" dirty="0"/>
              <a:t> </a:t>
            </a:r>
            <a:r>
              <a:rPr lang="en-GB" b="1" dirty="0" smtClean="0"/>
              <a:t>:,: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519523"/>
            <a:ext cx="9144000" cy="4212468"/>
          </a:xfrm>
        </p:spPr>
        <p:txBody>
          <a:bodyPr>
            <a:noAutofit/>
          </a:bodyPr>
          <a:lstStyle/>
          <a:p>
            <a:r>
              <a:rPr lang="en-GB" sz="4800" b="1" dirty="0" smtClean="0"/>
              <a:t>5 </a:t>
            </a:r>
            <a:r>
              <a:rPr lang="en-GB" sz="4800" b="1" dirty="0" err="1" smtClean="0"/>
              <a:t>Tsy</a:t>
            </a:r>
            <a:r>
              <a:rPr lang="en-GB" sz="4800" b="1" dirty="0" smtClean="0"/>
              <a:t> </a:t>
            </a:r>
            <a:r>
              <a:rPr lang="en-GB" sz="4800" b="1" dirty="0" err="1" smtClean="0"/>
              <a:t>mendrika</a:t>
            </a:r>
            <a:r>
              <a:rPr lang="en-GB" sz="4800" b="1" dirty="0" smtClean="0"/>
              <a:t> </a:t>
            </a:r>
            <a:r>
              <a:rPr lang="en-GB" sz="4800" b="1" dirty="0" err="1" smtClean="0"/>
              <a:t>ny</a:t>
            </a:r>
            <a:r>
              <a:rPr lang="en-GB" sz="4800" b="1" dirty="0" smtClean="0"/>
              <a:t> ho </a:t>
            </a:r>
            <a:r>
              <a:rPr lang="en-GB" sz="4800" b="1" dirty="0" err="1" smtClean="0"/>
              <a:t>zanakao</a:t>
            </a:r>
            <a:r>
              <a:rPr lang="en-GB" sz="4800" b="1" dirty="0" smtClean="0"/>
              <a:t>,</a:t>
            </a:r>
            <a:r>
              <a:rPr lang="fr-FR" sz="4800" b="1" dirty="0" smtClean="0"/>
              <a:t/>
            </a:r>
            <a:br>
              <a:rPr lang="fr-FR" sz="4800" b="1" dirty="0" smtClean="0"/>
            </a:br>
            <a:r>
              <a:rPr lang="en-GB" sz="4800" b="1" i="1" dirty="0" err="1" smtClean="0"/>
              <a:t>I</a:t>
            </a:r>
            <a:r>
              <a:rPr lang="en-GB" sz="4800" b="1" dirty="0" err="1" smtClean="0"/>
              <a:t>zao</a:t>
            </a:r>
            <a:r>
              <a:rPr lang="en-GB" sz="4800" b="1" dirty="0" smtClean="0"/>
              <a:t> </a:t>
            </a:r>
            <a:r>
              <a:rPr lang="en-GB" sz="4800" b="1" dirty="0" err="1" smtClean="0"/>
              <a:t>di</a:t>
            </a:r>
            <a:r>
              <a:rPr lang="en-GB" sz="4800" b="1" i="1" dirty="0" err="1" smtClean="0"/>
              <a:t>a</a:t>
            </a:r>
            <a:r>
              <a:rPr lang="en-GB" sz="4800" b="1" dirty="0" smtClean="0"/>
              <a:t>  </a:t>
            </a:r>
            <a:r>
              <a:rPr lang="en-GB" sz="4800" b="1" dirty="0" err="1" smtClean="0"/>
              <a:t>te-hody</a:t>
            </a:r>
            <a:r>
              <a:rPr lang="en-GB" sz="4800" b="1" dirty="0" smtClean="0"/>
              <a:t> </a:t>
            </a:r>
            <a:r>
              <a:rPr lang="en-GB" sz="4800" b="1" dirty="0" err="1" smtClean="0"/>
              <a:t>aho</a:t>
            </a:r>
            <a:r>
              <a:rPr lang="en-GB" sz="4800" b="1" dirty="0" smtClean="0"/>
              <a:t>,</a:t>
            </a:r>
            <a:r>
              <a:rPr lang="fr-FR" sz="4800" b="1" dirty="0" smtClean="0"/>
              <a:t/>
            </a:r>
            <a:br>
              <a:rPr lang="fr-FR" sz="4800" b="1" dirty="0" smtClean="0"/>
            </a:br>
            <a:r>
              <a:rPr lang="en-GB" sz="4800" b="1" dirty="0" err="1" smtClean="0"/>
              <a:t>Ataovy</a:t>
            </a:r>
            <a:r>
              <a:rPr lang="en-GB" sz="4800" b="1" dirty="0" smtClean="0"/>
              <a:t> ho </a:t>
            </a:r>
            <a:r>
              <a:rPr lang="en-GB" sz="4800" b="1" dirty="0" err="1" smtClean="0"/>
              <a:t>isan’ny</a:t>
            </a:r>
            <a:r>
              <a:rPr lang="en-GB" sz="4800" b="1" dirty="0" smtClean="0"/>
              <a:t> </a:t>
            </a:r>
            <a:r>
              <a:rPr lang="en-GB" sz="4800" b="1" dirty="0" err="1" smtClean="0"/>
              <a:t>mpanomponao</a:t>
            </a:r>
            <a:r>
              <a:rPr lang="fr-FR" sz="4800" b="1" dirty="0" smtClean="0"/>
              <a:t/>
            </a:r>
            <a:br>
              <a:rPr lang="fr-FR" sz="4800" b="1" dirty="0" smtClean="0"/>
            </a:br>
            <a:r>
              <a:rPr lang="en-GB" sz="4800" b="1" i="1" dirty="0" err="1" smtClean="0"/>
              <a:t>I</a:t>
            </a:r>
            <a:r>
              <a:rPr lang="en-GB" sz="4800" b="1" dirty="0" err="1" smtClean="0"/>
              <a:t>zao</a:t>
            </a:r>
            <a:r>
              <a:rPr lang="en-GB" sz="4800" b="1" dirty="0" smtClean="0"/>
              <a:t> </a:t>
            </a:r>
            <a:r>
              <a:rPr lang="en-GB" sz="4800" b="1" dirty="0" err="1" smtClean="0"/>
              <a:t>di</a:t>
            </a:r>
            <a:r>
              <a:rPr lang="en-GB" sz="4800" b="1" i="1" dirty="0" err="1" smtClean="0"/>
              <a:t>a</a:t>
            </a:r>
            <a:r>
              <a:rPr lang="en-GB" sz="4800" b="1" dirty="0" smtClean="0"/>
              <a:t>  </a:t>
            </a:r>
            <a:r>
              <a:rPr lang="en-GB" sz="4800" b="1" dirty="0" err="1" smtClean="0"/>
              <a:t>te-hody</a:t>
            </a:r>
            <a:r>
              <a:rPr lang="en-GB" sz="4800" b="1" dirty="0" smtClean="0"/>
              <a:t> </a:t>
            </a:r>
            <a:r>
              <a:rPr lang="en-GB" sz="4800" b="1" dirty="0" err="1" smtClean="0"/>
              <a:t>aho</a:t>
            </a:r>
            <a:r>
              <a:rPr lang="en-GB" sz="4800" b="1" dirty="0" smtClean="0"/>
              <a:t>,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dirty="0" smtClean="0"/>
              <a:t>:,: </a:t>
            </a:r>
            <a:r>
              <a:rPr lang="en-GB" sz="4800" b="1" i="1" dirty="0" err="1"/>
              <a:t>I</a:t>
            </a:r>
            <a:r>
              <a:rPr lang="en-GB" sz="4800" b="1" dirty="0" err="1"/>
              <a:t>nty</a:t>
            </a:r>
            <a:r>
              <a:rPr lang="en-GB" sz="4800" b="1" dirty="0"/>
              <a:t> </a:t>
            </a:r>
            <a:r>
              <a:rPr lang="en-GB" sz="4800" b="1" dirty="0" err="1"/>
              <a:t>tamy</a:t>
            </a:r>
            <a:r>
              <a:rPr lang="en-GB" sz="4800" b="1" dirty="0"/>
              <a:t> </a:t>
            </a:r>
            <a:r>
              <a:rPr lang="en-GB" sz="4800" b="1" dirty="0" err="1"/>
              <a:t>aho</a:t>
            </a:r>
            <a:r>
              <a:rPr lang="en-GB" sz="4800" b="1" dirty="0"/>
              <a:t>, </a:t>
            </a:r>
            <a:r>
              <a:rPr lang="en-GB" sz="4800" b="1" dirty="0" err="1" smtClean="0"/>
              <a:t>Raiko</a:t>
            </a:r>
            <a:r>
              <a:rPr lang="en-GB" sz="4800" b="1" dirty="0" smtClean="0"/>
              <a:t> </a:t>
            </a:r>
            <a:r>
              <a:rPr lang="en-GB" sz="4800" b="1" dirty="0" err="1"/>
              <a:t>malala</a:t>
            </a:r>
            <a:r>
              <a:rPr lang="en-GB" sz="4800" b="1" dirty="0"/>
              <a:t> ô</a:t>
            </a:r>
            <a:r>
              <a:rPr lang="fr-FR" sz="4800" b="1" dirty="0"/>
              <a:t/>
            </a:r>
            <a:br>
              <a:rPr lang="fr-FR" sz="4800" b="1" dirty="0"/>
            </a:br>
            <a:r>
              <a:rPr lang="en-GB" sz="4800" b="1" dirty="0"/>
              <a:t>        </a:t>
            </a:r>
            <a:r>
              <a:rPr lang="en-GB" sz="4800" b="1" dirty="0" err="1"/>
              <a:t>Raiso</a:t>
            </a:r>
            <a:r>
              <a:rPr lang="en-GB" sz="4800" b="1" dirty="0"/>
              <a:t> </a:t>
            </a:r>
            <a:r>
              <a:rPr lang="en-GB" sz="4800" b="1" dirty="0" err="1"/>
              <a:t>ny</a:t>
            </a:r>
            <a:r>
              <a:rPr lang="en-GB" sz="4800" b="1" dirty="0"/>
              <a:t> </a:t>
            </a:r>
            <a:r>
              <a:rPr lang="en-GB" sz="4800" b="1" dirty="0" err="1"/>
              <a:t>tanako</a:t>
            </a:r>
            <a:r>
              <a:rPr lang="en-GB" sz="4800" b="1" dirty="0"/>
              <a:t> </a:t>
            </a:r>
            <a:r>
              <a:rPr lang="en-GB" sz="4800" b="1" dirty="0" smtClean="0"/>
              <a:t>:,:</a:t>
            </a:r>
            <a:endParaRPr lang="fr-FR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41</Words>
  <Application>Microsoft Office PowerPoint</Application>
  <PresentationFormat>Affichage à l'écran (16:9)</PresentationFormat>
  <Paragraphs>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Thème Office</vt:lpstr>
      <vt:lpstr>417</vt:lpstr>
      <vt:lpstr>1 Nandao Anao ela aho, Raiko ô ! Izao dia  te-hody aho ;  Maniry hiankina an-tratranao  Izao dia  te-hody aho, :,: Inty tamy aho, Raiko malala ô         Raiso ny tanako :,:</vt:lpstr>
      <vt:lpstr>2 Maniry hanana fiadanam-po Izao dia te-hody aho,  Sy mba hivesatra ny zioganao  Izao dia te-hody aho, :,: Inty tamy aho, Raiko malala ô         Raiso ny tanako :,:</vt:lpstr>
      <vt:lpstr>3 Itambesaran’ny ota natao  Izao dia te-hody aho,  Matoky anefa fa horaisinao Izao dia  te-hody aho :,: Inty tamy aho, Raiko malala ô         Raiso ny tanako :,:</vt:lpstr>
      <vt:lpstr>4 Raha tsy mendrika ny ho zanakao, Izao dia  te-hody aho, Ataovy ho isan’ny mpanomponao Izao dia  te-hody aho, :,: Inty tamy aho, Raiko malala ô         Raiso ny tanako :,:</vt:lpstr>
      <vt:lpstr>5 Tsy mendrika ny ho zanakao, Izao dia  te-hody aho, Ataovy ho isan’ny mpanomponao Izao dia  te-hody aho, :,: Inty tamy aho, Raiko malala ô         Raiso ny tanako :,: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417</dc:title>
  <dc:creator>RAMOD</dc:creator>
  <cp:lastModifiedBy>Gaming</cp:lastModifiedBy>
  <cp:revision>6</cp:revision>
  <dcterms:created xsi:type="dcterms:W3CDTF">2013-10-09T16:29:05Z</dcterms:created>
  <dcterms:modified xsi:type="dcterms:W3CDTF">2026-01-11T08:57:56Z</dcterms:modified>
</cp:coreProperties>
</file>