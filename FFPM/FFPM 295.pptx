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3ABA9D0F-81CE-5A6A-D83F-4EA0DECFF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7B7F8B24-3817-44CE-918C-2392ACB6A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817AC1C0-CFFC-8220-E908-9A49B5560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4F33A148-9C4D-6818-772D-E6E04FEA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3ED7480D-9BEF-00BA-B096-DD2976CD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00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9665ED7-F307-F046-D8C1-42A0EB1E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82D83ED9-C089-B268-54D9-B1D419EF9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DEA90945-1A69-1AA5-F650-C2BA5F0A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15E2C8B6-8FD5-9E06-F53A-7AE947032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59E59BEC-61AA-44E2-7777-8396E34B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729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494028D-8B74-52BC-5689-A13DA7B2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6A5E6636-7929-750C-372E-09344370C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17924397-668D-8A11-12A4-49BF8580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F03E925A-DFF7-D79C-7323-BF0B2612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BDDF8EF9-8102-0F16-5284-0F4CD57AB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2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354C597-5085-D6E6-FCDB-332CD064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887EB97-0E45-BF3E-88B5-5CF7DF3F8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5A61CE38-AF6B-1CF6-8E58-E9CCD3B0D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A9BFBF19-A290-4DFF-FEC9-9D69B0C5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122CA143-992F-0522-4862-B00E0505D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0AA834DA-5A2C-CDCA-EFE5-91AB1A3B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518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156B86AB-A6EF-A50B-52F9-6B3B6C54A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54567DBC-B762-E89B-013B-C3F4D0482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2374871D-968C-5C89-10E8-3DB85177D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BFF54FB1-9394-604E-7B39-192C11C98F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xmlns="" id="{EDF8AC5D-EA29-330C-9A4C-25E9E9A57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E8AED3D9-6B80-2FF7-402A-8B644C3C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583B5419-1517-DEB6-35C0-8242A963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890DFF68-E417-4BEB-23B0-3E64ECF3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012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85D5E7B-3336-D187-DFE5-EC3D0E34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03D78B20-1775-8D53-4A44-F2483FBC6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DA8F8EC5-161E-5838-0375-B1973144E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ABD2BE63-1C3A-92F4-1447-3DC96951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678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7512A0FC-E104-B2E4-F431-D9E682858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EA40E24E-4A49-40BD-C693-260B2088A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C4A77D82-7F0D-F055-9085-6D407EFE3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272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021F2D9-8B53-9020-0176-E0ACBF657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18D27FDD-D0D5-28E9-EEB2-FF5B1E54F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E2D53D9C-419C-448E-7F59-B75D49BE5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76C70322-7F6E-6550-5385-F174FA8A5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8063EDCC-0441-09B8-327B-BD66EEF1D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382F3C28-D1FA-CC5B-22E6-31C4EB09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01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4948C11F-AF6B-7EEC-196C-09FF58259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5D23C6D6-3FB4-14B3-4E42-76B2D40276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AF81FAB3-9153-CF42-274C-5399773B4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EB56D81D-B595-7E21-06DC-8EA2EE9FE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53487A87-BD5B-F20F-1C2B-4DF0089B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8C7F98DA-D5DA-2121-ABB6-D8548825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67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3A21BFC-E747-4B73-3B69-43B19498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01DD55FD-6FAB-A79E-715A-C0C9A47C0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3FA2B14E-A7F6-77D0-7889-3F487B5B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9C578D54-FB3F-F7CE-8450-226162F3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753913C-6EF1-2DCC-AFDB-6154AD14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86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xmlns="" id="{C462AA47-3B84-23C0-A892-CE68ECDC16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42ACAF2E-5757-1FCE-6A91-D93FD6C9E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6B37C76A-8E68-E75E-DFCC-3A7551BB8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C6E617E7-57A4-704F-2CF7-94A74BE3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BE3EDF22-4C26-62CD-E896-E0D032493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1506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26900F53-0D7A-19A9-B26E-AF5003233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B98BE385-0DD5-C2F4-F41C-6C6B51E08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53A96D95-4478-C6AF-900C-A9F367FE51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9AEE2-25F3-40A2-B834-50D879533183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838E8911-C969-27B5-5223-FED59DB31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5AC1776D-3DFE-A24C-4BB2-C788D58ED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7A0D8-19EF-4B97-9719-58A49B05C6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01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2E37D52-14AE-ED5A-0795-AD5EF3F61D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Fihirana</a:t>
            </a:r>
            <a:r>
              <a:rPr lang="fr-FR" dirty="0"/>
              <a:t> FFPM, 295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E815AD4C-FF4C-27A8-5990-05B4C339DD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46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358D4B83-FC02-D214-077C-D8BF713DDF94}"/>
              </a:ext>
            </a:extLst>
          </p:cNvPr>
          <p:cNvSpPr txBox="1"/>
          <p:nvPr/>
        </p:nvSpPr>
        <p:spPr>
          <a:xfrm>
            <a:off x="0" y="159024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600" dirty="0"/>
              <a:t>1.Miorena </a:t>
            </a:r>
            <a:r>
              <a:rPr lang="fr-FR" sz="9600" dirty="0" err="1"/>
              <a:t>mafy</a:t>
            </a:r>
            <a:r>
              <a:rPr lang="fr-FR" sz="9600" dirty="0"/>
              <a:t> </a:t>
            </a:r>
            <a:r>
              <a:rPr lang="fr-FR" sz="9600" dirty="0" err="1"/>
              <a:t>tsara</a:t>
            </a:r>
            <a:endParaRPr lang="fr-FR" sz="9600" dirty="0"/>
          </a:p>
          <a:p>
            <a:pPr algn="ctr"/>
            <a:r>
              <a:rPr lang="fr-FR" sz="9600" dirty="0" err="1"/>
              <a:t>Amin'Ilay</a:t>
            </a:r>
            <a:r>
              <a:rPr lang="fr-FR" sz="9600" dirty="0"/>
              <a:t> </a:t>
            </a:r>
            <a:r>
              <a:rPr lang="fr-FR" sz="9600" dirty="0" err="1"/>
              <a:t>vatosoa</a:t>
            </a:r>
            <a:endParaRPr lang="fr-FR" sz="9600" dirty="0"/>
          </a:p>
          <a:p>
            <a:pPr algn="ctr"/>
            <a:r>
              <a:rPr lang="fr-FR" sz="9600" dirty="0" err="1"/>
              <a:t>Mandrosoa</a:t>
            </a:r>
            <a:r>
              <a:rPr lang="fr-FR" sz="9600" dirty="0"/>
              <a:t>, </a:t>
            </a:r>
            <a:r>
              <a:rPr lang="fr-FR" sz="9600" dirty="0" err="1"/>
              <a:t>mifahara</a:t>
            </a:r>
            <a:r>
              <a:rPr lang="fr-FR" sz="9600" dirty="0"/>
              <a:t>,</a:t>
            </a:r>
          </a:p>
          <a:p>
            <a:pPr algn="ctr"/>
            <a:r>
              <a:rPr lang="fr-FR" sz="9600" dirty="0" err="1"/>
              <a:t>Mifikira</a:t>
            </a:r>
            <a:r>
              <a:rPr lang="fr-FR" sz="9600" dirty="0"/>
              <a:t> </a:t>
            </a:r>
            <a:r>
              <a:rPr lang="fr-FR" sz="9600" dirty="0" err="1"/>
              <a:t>mafy</a:t>
            </a:r>
            <a:r>
              <a:rPr lang="fr-FR" sz="9600" dirty="0"/>
              <a:t> </a:t>
            </a:r>
            <a:r>
              <a:rPr lang="fr-FR" sz="9600" dirty="0" err="1"/>
              <a:t>koa</a:t>
            </a:r>
            <a:r>
              <a:rPr lang="fr-FR" sz="9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071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2AD904DD-A4E7-F1F1-7433-479FEEB660EC}"/>
              </a:ext>
            </a:extLst>
          </p:cNvPr>
          <p:cNvSpPr txBox="1"/>
          <p:nvPr/>
        </p:nvSpPr>
        <p:spPr>
          <a:xfrm>
            <a:off x="0" y="-13253"/>
            <a:ext cx="121920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800" dirty="0"/>
              <a:t>He! Ny </a:t>
            </a:r>
            <a:r>
              <a:rPr lang="fr-FR" sz="8800" dirty="0" err="1"/>
              <a:t>Tompo</a:t>
            </a:r>
            <a:r>
              <a:rPr lang="fr-FR" sz="8800" dirty="0"/>
              <a:t> </a:t>
            </a:r>
            <a:r>
              <a:rPr lang="fr-FR" sz="8800" dirty="0" err="1"/>
              <a:t>manambara</a:t>
            </a:r>
            <a:endParaRPr lang="fr-FR" sz="8800" dirty="0"/>
          </a:p>
          <a:p>
            <a:pPr algn="ctr"/>
            <a:r>
              <a:rPr lang="fr-FR" sz="8800" dirty="0"/>
              <a:t>Fa ho </a:t>
            </a:r>
            <a:r>
              <a:rPr lang="fr-FR" sz="8800" dirty="0" err="1"/>
              <a:t>sambatra</a:t>
            </a:r>
            <a:r>
              <a:rPr lang="fr-FR" sz="8800" dirty="0"/>
              <a:t> </a:t>
            </a:r>
            <a:r>
              <a:rPr lang="fr-FR" sz="8800" dirty="0" err="1"/>
              <a:t>tokoa</a:t>
            </a:r>
            <a:r>
              <a:rPr lang="fr-FR" sz="8800" dirty="0"/>
              <a:t>,</a:t>
            </a:r>
          </a:p>
          <a:p>
            <a:pPr algn="ctr"/>
            <a:r>
              <a:rPr lang="fr-FR" sz="8800" dirty="0"/>
              <a:t>Ka ho </a:t>
            </a:r>
            <a:r>
              <a:rPr lang="fr-FR" sz="8800" dirty="0" err="1"/>
              <a:t>tsara</a:t>
            </a:r>
            <a:r>
              <a:rPr lang="fr-FR" sz="8800" dirty="0"/>
              <a:t> </a:t>
            </a:r>
            <a:r>
              <a:rPr lang="fr-FR" sz="8800" dirty="0" err="1"/>
              <a:t>miafara</a:t>
            </a:r>
            <a:endParaRPr lang="fr-FR" sz="8800" dirty="0"/>
          </a:p>
          <a:p>
            <a:pPr algn="ctr"/>
            <a:r>
              <a:rPr lang="fr-FR" sz="8800" dirty="0"/>
              <a:t>Ny </a:t>
            </a:r>
            <a:r>
              <a:rPr lang="fr-FR" sz="8800" dirty="0" err="1"/>
              <a:t>mpanompo</a:t>
            </a:r>
            <a:r>
              <a:rPr lang="fr-FR" sz="8800" dirty="0"/>
              <a:t> </a:t>
            </a:r>
            <a:r>
              <a:rPr lang="fr-FR" sz="8800" dirty="0" err="1"/>
              <a:t>mahasoa</a:t>
            </a:r>
            <a:r>
              <a:rPr lang="fr-FR" sz="8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586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10DE4FC9-5AEC-6675-7659-854F5473220A}"/>
              </a:ext>
            </a:extLst>
          </p:cNvPr>
          <p:cNvSpPr txBox="1"/>
          <p:nvPr/>
        </p:nvSpPr>
        <p:spPr>
          <a:xfrm>
            <a:off x="0" y="662611"/>
            <a:ext cx="12192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800" dirty="0"/>
              <a:t>2.Raha </a:t>
            </a:r>
            <a:r>
              <a:rPr lang="fr-FR" sz="8800" dirty="0" err="1"/>
              <a:t>misy</a:t>
            </a:r>
            <a:r>
              <a:rPr lang="fr-FR" sz="8800" dirty="0"/>
              <a:t> </a:t>
            </a:r>
            <a:r>
              <a:rPr lang="fr-FR" sz="8800" dirty="0" err="1"/>
              <a:t>fahoriana</a:t>
            </a:r>
            <a:endParaRPr lang="fr-FR" sz="8800" dirty="0"/>
          </a:p>
          <a:p>
            <a:pPr algn="ctr"/>
            <a:r>
              <a:rPr lang="fr-FR" sz="8800" dirty="0"/>
              <a:t>'Zay </a:t>
            </a:r>
            <a:r>
              <a:rPr lang="fr-FR" sz="8800" dirty="0" err="1"/>
              <a:t>midona</a:t>
            </a:r>
            <a:r>
              <a:rPr lang="fr-FR" sz="8800" dirty="0"/>
              <a:t> </a:t>
            </a:r>
            <a:r>
              <a:rPr lang="fr-FR" sz="8800" dirty="0" err="1"/>
              <a:t>aminao</a:t>
            </a:r>
            <a:r>
              <a:rPr lang="fr-FR" sz="8800" dirty="0"/>
              <a:t>,</a:t>
            </a:r>
          </a:p>
          <a:p>
            <a:pPr algn="ctr"/>
            <a:r>
              <a:rPr lang="fr-FR" sz="8800" dirty="0" err="1"/>
              <a:t>Raiso</a:t>
            </a:r>
            <a:r>
              <a:rPr lang="fr-FR" sz="8800" dirty="0"/>
              <a:t> re ho </a:t>
            </a:r>
            <a:r>
              <a:rPr lang="fr-FR" sz="8800" dirty="0" err="1"/>
              <a:t>fitahiana</a:t>
            </a:r>
            <a:endParaRPr lang="fr-FR" sz="8800" dirty="0"/>
          </a:p>
          <a:p>
            <a:pPr algn="ctr"/>
            <a:r>
              <a:rPr lang="fr-FR" sz="8800" dirty="0"/>
              <a:t>'Zay </a:t>
            </a:r>
            <a:r>
              <a:rPr lang="fr-FR" sz="8800" dirty="0" err="1"/>
              <a:t>omen'ny</a:t>
            </a:r>
            <a:r>
              <a:rPr lang="fr-FR" sz="8800" dirty="0"/>
              <a:t> </a:t>
            </a:r>
            <a:r>
              <a:rPr lang="fr-FR" sz="8800" dirty="0" err="1"/>
              <a:t>Tomponao</a:t>
            </a:r>
            <a:r>
              <a:rPr lang="fr-FR" sz="8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32447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B5F7825A-95F2-5C52-A23B-1BB1C38696D8}"/>
              </a:ext>
            </a:extLst>
          </p:cNvPr>
          <p:cNvSpPr txBox="1"/>
          <p:nvPr/>
        </p:nvSpPr>
        <p:spPr>
          <a:xfrm>
            <a:off x="0" y="596350"/>
            <a:ext cx="12192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800" dirty="0"/>
              <a:t>Fa </a:t>
            </a:r>
            <a:r>
              <a:rPr lang="fr-FR" sz="8800" dirty="0" err="1"/>
              <a:t>ny</a:t>
            </a:r>
            <a:r>
              <a:rPr lang="fr-FR" sz="8800" dirty="0"/>
              <a:t> </a:t>
            </a:r>
            <a:r>
              <a:rPr lang="fr-FR" sz="8800" dirty="0" err="1"/>
              <a:t>lalam-pijaliana</a:t>
            </a:r>
            <a:endParaRPr lang="fr-FR" sz="8800" dirty="0"/>
          </a:p>
          <a:p>
            <a:pPr algn="ctr"/>
            <a:r>
              <a:rPr lang="fr-FR" sz="8800" dirty="0"/>
              <a:t>'Zay </a:t>
            </a:r>
            <a:r>
              <a:rPr lang="fr-FR" sz="8800" dirty="0" err="1"/>
              <a:t>alehanao</a:t>
            </a:r>
            <a:r>
              <a:rPr lang="fr-FR" sz="8800" dirty="0"/>
              <a:t> </a:t>
            </a:r>
            <a:r>
              <a:rPr lang="fr-FR" sz="8800" dirty="0" err="1"/>
              <a:t>izao</a:t>
            </a:r>
            <a:endParaRPr lang="fr-FR" sz="8800" dirty="0"/>
          </a:p>
          <a:p>
            <a:pPr algn="ctr"/>
            <a:r>
              <a:rPr lang="fr-FR" sz="8800" dirty="0"/>
              <a:t>Dia </a:t>
            </a:r>
            <a:r>
              <a:rPr lang="fr-FR" sz="8800" dirty="0" err="1"/>
              <a:t>mamelom-paniriana</a:t>
            </a:r>
            <a:endParaRPr lang="fr-FR" sz="8800" dirty="0"/>
          </a:p>
          <a:p>
            <a:pPr algn="ctr"/>
            <a:r>
              <a:rPr lang="fr-FR" sz="8800" dirty="0" err="1"/>
              <a:t>Hitomboan'ny</a:t>
            </a:r>
            <a:r>
              <a:rPr lang="fr-FR" sz="8800" dirty="0"/>
              <a:t> </a:t>
            </a:r>
            <a:r>
              <a:rPr lang="fr-FR" sz="8800" dirty="0" err="1"/>
              <a:t>herinao</a:t>
            </a:r>
            <a:r>
              <a:rPr lang="fr-FR" sz="8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646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2711AEA7-E929-6551-0639-9009C3D8C152}"/>
              </a:ext>
            </a:extLst>
          </p:cNvPr>
          <p:cNvSpPr txBox="1"/>
          <p:nvPr/>
        </p:nvSpPr>
        <p:spPr>
          <a:xfrm>
            <a:off x="0" y="304800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600" dirty="0"/>
              <a:t>3.Miadia </a:t>
            </a:r>
            <a:r>
              <a:rPr lang="fr-FR" sz="9600" dirty="0" err="1"/>
              <a:t>ny</a:t>
            </a:r>
            <a:r>
              <a:rPr lang="fr-FR" sz="9600" dirty="0"/>
              <a:t> </a:t>
            </a:r>
            <a:r>
              <a:rPr lang="fr-FR" sz="9600" dirty="0" err="1"/>
              <a:t>ady</a:t>
            </a:r>
            <a:r>
              <a:rPr lang="fr-FR" sz="9600" dirty="0"/>
              <a:t> </a:t>
            </a:r>
            <a:r>
              <a:rPr lang="fr-FR" sz="9600" dirty="0" err="1"/>
              <a:t>tsara</a:t>
            </a:r>
            <a:r>
              <a:rPr lang="fr-FR" sz="9600" dirty="0"/>
              <a:t>,</a:t>
            </a:r>
          </a:p>
          <a:p>
            <a:pPr algn="ctr"/>
            <a:r>
              <a:rPr lang="fr-FR" sz="9600" dirty="0"/>
              <a:t>Ho </a:t>
            </a:r>
            <a:r>
              <a:rPr lang="fr-FR" sz="9600" dirty="0" err="1"/>
              <a:t>mpandresy</a:t>
            </a:r>
            <a:r>
              <a:rPr lang="fr-FR" sz="9600" dirty="0"/>
              <a:t> </a:t>
            </a:r>
            <a:r>
              <a:rPr lang="fr-FR" sz="9600" dirty="0" err="1"/>
              <a:t>hianao</a:t>
            </a:r>
            <a:r>
              <a:rPr lang="fr-FR" sz="9600" dirty="0"/>
              <a:t>;</a:t>
            </a:r>
          </a:p>
          <a:p>
            <a:pPr algn="ctr"/>
            <a:r>
              <a:rPr lang="fr-FR" sz="9600" dirty="0" err="1"/>
              <a:t>Tontosay</a:t>
            </a:r>
            <a:r>
              <a:rPr lang="fr-FR" sz="9600" dirty="0"/>
              <a:t> </a:t>
            </a:r>
            <a:r>
              <a:rPr lang="fr-FR" sz="9600" dirty="0" err="1"/>
              <a:t>izay</a:t>
            </a:r>
            <a:r>
              <a:rPr lang="fr-FR" sz="9600" dirty="0"/>
              <a:t> </a:t>
            </a:r>
            <a:r>
              <a:rPr lang="fr-FR" sz="9600" dirty="0" err="1"/>
              <a:t>anjara</a:t>
            </a:r>
            <a:endParaRPr lang="fr-FR" sz="9600" dirty="0"/>
          </a:p>
          <a:p>
            <a:pPr algn="ctr"/>
            <a:r>
              <a:rPr lang="fr-FR" sz="9600" dirty="0"/>
              <a:t>Eo </a:t>
            </a:r>
            <a:r>
              <a:rPr lang="fr-FR" sz="9600" dirty="0" err="1"/>
              <a:t>am-pelantananao</a:t>
            </a:r>
            <a:r>
              <a:rPr lang="fr-FR" sz="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54018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5F008E8A-405D-351C-8D0B-E6A25E3FAABD}"/>
              </a:ext>
            </a:extLst>
          </p:cNvPr>
          <p:cNvSpPr txBox="1"/>
          <p:nvPr/>
        </p:nvSpPr>
        <p:spPr>
          <a:xfrm>
            <a:off x="0" y="397569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600" dirty="0" err="1"/>
              <a:t>Jeso</a:t>
            </a:r>
            <a:r>
              <a:rPr lang="fr-FR" sz="9600" dirty="0"/>
              <a:t> </a:t>
            </a:r>
            <a:r>
              <a:rPr lang="fr-FR" sz="9600" dirty="0" err="1"/>
              <a:t>Tompo</a:t>
            </a:r>
            <a:r>
              <a:rPr lang="fr-FR" sz="9600" dirty="0"/>
              <a:t> no </a:t>
            </a:r>
            <a:r>
              <a:rPr lang="fr-FR" sz="9600" dirty="0" err="1"/>
              <a:t>mijery</a:t>
            </a:r>
            <a:endParaRPr lang="fr-FR" sz="9600" dirty="0"/>
          </a:p>
          <a:p>
            <a:pPr algn="ctr"/>
            <a:r>
              <a:rPr lang="fr-FR" sz="9600" dirty="0"/>
              <a:t>Sy </a:t>
            </a:r>
            <a:r>
              <a:rPr lang="fr-FR" sz="9600" dirty="0" err="1"/>
              <a:t>mahita</a:t>
            </a:r>
            <a:r>
              <a:rPr lang="fr-FR" sz="9600" dirty="0"/>
              <a:t> </a:t>
            </a:r>
            <a:r>
              <a:rPr lang="fr-FR" sz="9600" dirty="0" err="1"/>
              <a:t>ny</a:t>
            </a:r>
            <a:r>
              <a:rPr lang="fr-FR" sz="9600" dirty="0"/>
              <a:t> </a:t>
            </a:r>
            <a:r>
              <a:rPr lang="fr-FR" sz="9600" dirty="0" err="1"/>
              <a:t>atao</a:t>
            </a:r>
            <a:r>
              <a:rPr lang="fr-FR" sz="9600" dirty="0"/>
              <a:t>,</a:t>
            </a:r>
          </a:p>
          <a:p>
            <a:pPr algn="ctr"/>
            <a:r>
              <a:rPr lang="fr-FR" sz="9600" dirty="0" err="1"/>
              <a:t>Koa</a:t>
            </a:r>
            <a:r>
              <a:rPr lang="fr-FR" sz="9600" dirty="0"/>
              <a:t> </a:t>
            </a:r>
            <a:r>
              <a:rPr lang="fr-FR" sz="9600" dirty="0" err="1"/>
              <a:t>tsy</a:t>
            </a:r>
            <a:r>
              <a:rPr lang="fr-FR" sz="9600" dirty="0"/>
              <a:t> </a:t>
            </a:r>
            <a:r>
              <a:rPr lang="fr-FR" sz="9600" dirty="0" err="1"/>
              <a:t>mba</a:t>
            </a:r>
            <a:r>
              <a:rPr lang="fr-FR" sz="9600" dirty="0"/>
              <a:t> </a:t>
            </a:r>
            <a:r>
              <a:rPr lang="fr-FR" sz="9600" dirty="0" err="1"/>
              <a:t>hisy</a:t>
            </a:r>
            <a:r>
              <a:rPr lang="fr-FR" sz="9600" dirty="0"/>
              <a:t> </a:t>
            </a:r>
            <a:r>
              <a:rPr lang="fr-FR" sz="9600" dirty="0" err="1"/>
              <a:t>very</a:t>
            </a:r>
            <a:endParaRPr lang="fr-FR" sz="9600" dirty="0"/>
          </a:p>
          <a:p>
            <a:pPr algn="ctr"/>
            <a:r>
              <a:rPr lang="fr-FR" sz="9600" dirty="0"/>
              <a:t>'Zay </a:t>
            </a:r>
            <a:r>
              <a:rPr lang="fr-FR" sz="9600" dirty="0" err="1"/>
              <a:t>rehetra</a:t>
            </a:r>
            <a:r>
              <a:rPr lang="fr-FR" sz="9600" dirty="0"/>
              <a:t> </a:t>
            </a:r>
            <a:r>
              <a:rPr lang="fr-FR" sz="9600" dirty="0" err="1"/>
              <a:t>vitanao</a:t>
            </a:r>
            <a:r>
              <a:rPr lang="fr-FR" sz="9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092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705B6481-66C4-125C-EC6A-C4B8760BBEF2}"/>
              </a:ext>
            </a:extLst>
          </p:cNvPr>
          <p:cNvSpPr txBox="1"/>
          <p:nvPr/>
        </p:nvSpPr>
        <p:spPr>
          <a:xfrm>
            <a:off x="0" y="278292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600" dirty="0"/>
              <a:t>4.Ry </a:t>
            </a:r>
            <a:r>
              <a:rPr lang="fr-FR" sz="9600" dirty="0" err="1"/>
              <a:t>Jesosy</a:t>
            </a:r>
            <a:r>
              <a:rPr lang="fr-FR" sz="9600" dirty="0"/>
              <a:t>! </a:t>
            </a:r>
            <a:r>
              <a:rPr lang="fr-FR" sz="9600" dirty="0" err="1"/>
              <a:t>Hantajaho</a:t>
            </a:r>
            <a:endParaRPr lang="fr-FR" sz="9600" dirty="0"/>
          </a:p>
          <a:p>
            <a:pPr algn="ctr"/>
            <a:r>
              <a:rPr lang="fr-FR" sz="9600" dirty="0"/>
              <a:t>'Ty </a:t>
            </a:r>
            <a:r>
              <a:rPr lang="fr-FR" sz="9600" dirty="0" err="1"/>
              <a:t>mpanolo-tenanao</a:t>
            </a:r>
            <a:r>
              <a:rPr lang="fr-FR" sz="9600" dirty="0"/>
              <a:t>,</a:t>
            </a:r>
          </a:p>
          <a:p>
            <a:pPr algn="ctr"/>
            <a:r>
              <a:rPr lang="fr-FR" sz="9600" dirty="0" err="1"/>
              <a:t>Miangavy</a:t>
            </a:r>
            <a:r>
              <a:rPr lang="fr-FR" sz="9600" dirty="0"/>
              <a:t>, </a:t>
            </a:r>
            <a:r>
              <a:rPr lang="fr-FR" sz="9600" dirty="0" err="1"/>
              <a:t>mitalaho</a:t>
            </a:r>
            <a:r>
              <a:rPr lang="fr-FR" sz="9600" dirty="0"/>
              <a:t>,</a:t>
            </a:r>
          </a:p>
          <a:p>
            <a:pPr algn="ctr"/>
            <a:r>
              <a:rPr lang="fr-FR" sz="9600" dirty="0"/>
              <a:t>Ka </a:t>
            </a:r>
            <a:r>
              <a:rPr lang="fr-FR" sz="9600" dirty="0" err="1"/>
              <a:t>iteneno</a:t>
            </a:r>
            <a:r>
              <a:rPr lang="fr-FR" sz="9600" dirty="0"/>
              <a:t>, </a:t>
            </a:r>
            <a:r>
              <a:rPr lang="fr-FR" sz="9600" dirty="0" err="1"/>
              <a:t>Tompo</a:t>
            </a:r>
            <a:r>
              <a:rPr lang="fr-FR" sz="9600" dirty="0"/>
              <a:t> ô!</a:t>
            </a:r>
          </a:p>
        </p:txBody>
      </p:sp>
    </p:spTree>
    <p:extLst>
      <p:ext uri="{BB962C8B-B14F-4D97-AF65-F5344CB8AC3E}">
        <p14:creationId xmlns:p14="http://schemas.microsoft.com/office/powerpoint/2010/main" val="3332697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5467BDF-0E05-FD43-F585-8D2422D2EBD1}"/>
              </a:ext>
            </a:extLst>
          </p:cNvPr>
          <p:cNvSpPr txBox="1"/>
          <p:nvPr/>
        </p:nvSpPr>
        <p:spPr>
          <a:xfrm>
            <a:off x="0" y="490328"/>
            <a:ext cx="12192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800" dirty="0" err="1"/>
              <a:t>Aoka</a:t>
            </a:r>
            <a:r>
              <a:rPr lang="fr-FR" sz="8800" dirty="0"/>
              <a:t> re ho </a:t>
            </a:r>
            <a:r>
              <a:rPr lang="fr-FR" sz="8800" dirty="0" err="1"/>
              <a:t>tena</a:t>
            </a:r>
            <a:r>
              <a:rPr lang="fr-FR" sz="8800" dirty="0"/>
              <a:t> </a:t>
            </a:r>
            <a:r>
              <a:rPr lang="fr-FR" sz="8800" dirty="0" err="1"/>
              <a:t>taho</a:t>
            </a:r>
            <a:endParaRPr lang="fr-FR" sz="8800" dirty="0"/>
          </a:p>
          <a:p>
            <a:pPr algn="ctr"/>
            <a:r>
              <a:rPr lang="fr-FR" sz="8800" dirty="0"/>
              <a:t>'Zay </a:t>
            </a:r>
            <a:r>
              <a:rPr lang="fr-FR" sz="8800" dirty="0" err="1"/>
              <a:t>mikambana</a:t>
            </a:r>
            <a:r>
              <a:rPr lang="fr-FR" sz="8800" dirty="0"/>
              <a:t> </a:t>
            </a:r>
            <a:r>
              <a:rPr lang="fr-FR" sz="8800" dirty="0" err="1"/>
              <a:t>aminao</a:t>
            </a:r>
            <a:r>
              <a:rPr lang="fr-FR" sz="8800" dirty="0"/>
              <a:t>,</a:t>
            </a:r>
          </a:p>
          <a:p>
            <a:pPr algn="ctr"/>
            <a:r>
              <a:rPr lang="fr-FR" sz="8800" dirty="0"/>
              <a:t>Ka </a:t>
            </a:r>
            <a:r>
              <a:rPr lang="fr-FR" sz="8800" dirty="0" err="1"/>
              <a:t>ny</a:t>
            </a:r>
            <a:r>
              <a:rPr lang="fr-FR" sz="8800" dirty="0"/>
              <a:t> </a:t>
            </a:r>
            <a:r>
              <a:rPr lang="fr-FR" sz="8800" dirty="0" err="1"/>
              <a:t>foko</a:t>
            </a:r>
            <a:r>
              <a:rPr lang="fr-FR" sz="8800" dirty="0"/>
              <a:t> </a:t>
            </a:r>
            <a:r>
              <a:rPr lang="fr-FR" sz="8800" dirty="0" err="1"/>
              <a:t>halalaho</a:t>
            </a:r>
            <a:r>
              <a:rPr lang="fr-FR" sz="8800" dirty="0"/>
              <a:t>,</a:t>
            </a:r>
          </a:p>
          <a:p>
            <a:pPr algn="ctr"/>
            <a:r>
              <a:rPr lang="fr-FR" sz="8800" dirty="0" err="1"/>
              <a:t>Diovy</a:t>
            </a:r>
            <a:r>
              <a:rPr lang="fr-FR" sz="8800" dirty="0"/>
              <a:t> ho </a:t>
            </a:r>
            <a:r>
              <a:rPr lang="fr-FR" sz="8800" dirty="0" err="1"/>
              <a:t>Tempolinao</a:t>
            </a:r>
            <a:r>
              <a:rPr lang="fr-FR" sz="8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17200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Grand écran</PresentationFormat>
  <Paragraphs>33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Fihirana FFPM, 295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Fihirana FFPM, 295</dc:title>
  <dc:creator>Gaming</dc:creator>
  <cp:lastModifiedBy>Gaming</cp:lastModifiedBy>
  <cp:revision>1</cp:revision>
  <dcterms:created xsi:type="dcterms:W3CDTF">2023-06-17T07:41:42Z</dcterms:created>
  <dcterms:modified xsi:type="dcterms:W3CDTF">2025-08-03T07:35:18Z</dcterms:modified>
</cp:coreProperties>
</file>