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2" r:id="rId3"/>
    <p:sldId id="269" r:id="rId4"/>
    <p:sldId id="266" r:id="rId5"/>
    <p:sldId id="270" r:id="rId6"/>
    <p:sldId id="267" r:id="rId7"/>
    <p:sldId id="272" r:id="rId8"/>
    <p:sldId id="268" r:id="rId9"/>
    <p:sldId id="271" r:id="rId10"/>
  </p:sldIdLst>
  <p:sldSz cx="9144000" cy="5143500" type="screen16x9"/>
  <p:notesSz cx="6858000" cy="9144000"/>
  <p:photoAlbum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3" d="100"/>
          <a:sy n="93" d="100"/>
        </p:scale>
        <p:origin x="726" y="66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9137A-D7C1-4F8C-A62B-C89ADD9F06F3}" type="datetimeFigureOut">
              <a:rPr lang="fr-FR" smtClean="0"/>
              <a:pPr/>
              <a:t>07/12/2025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5DC49-1C0A-483C-8080-C14A015D1DE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9137A-D7C1-4F8C-A62B-C89ADD9F06F3}" type="datetimeFigureOut">
              <a:rPr lang="fr-FR" smtClean="0"/>
              <a:pPr/>
              <a:t>07/12/2025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5DC49-1C0A-483C-8080-C14A015D1DE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9137A-D7C1-4F8C-A62B-C89ADD9F06F3}" type="datetimeFigureOut">
              <a:rPr lang="fr-FR" smtClean="0"/>
              <a:pPr/>
              <a:t>07/12/2025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5DC49-1C0A-483C-8080-C14A015D1DE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9137A-D7C1-4F8C-A62B-C89ADD9F06F3}" type="datetimeFigureOut">
              <a:rPr lang="fr-FR" smtClean="0"/>
              <a:pPr/>
              <a:t>07/12/2025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5DC49-1C0A-483C-8080-C14A015D1DE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9137A-D7C1-4F8C-A62B-C89ADD9F06F3}" type="datetimeFigureOut">
              <a:rPr lang="fr-FR" smtClean="0"/>
              <a:pPr/>
              <a:t>07/12/2025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5DC49-1C0A-483C-8080-C14A015D1DE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9137A-D7C1-4F8C-A62B-C89ADD9F06F3}" type="datetimeFigureOut">
              <a:rPr lang="fr-FR" smtClean="0"/>
              <a:pPr/>
              <a:t>07/12/2025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5DC49-1C0A-483C-8080-C14A015D1DE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9137A-D7C1-4F8C-A62B-C89ADD9F06F3}" type="datetimeFigureOut">
              <a:rPr lang="fr-FR" smtClean="0"/>
              <a:pPr/>
              <a:t>07/12/2025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5DC49-1C0A-483C-8080-C14A015D1DE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9137A-D7C1-4F8C-A62B-C89ADD9F06F3}" type="datetimeFigureOut">
              <a:rPr lang="fr-FR" smtClean="0"/>
              <a:pPr/>
              <a:t>07/12/2025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5DC49-1C0A-483C-8080-C14A015D1DE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9137A-D7C1-4F8C-A62B-C89ADD9F06F3}" type="datetimeFigureOut">
              <a:rPr lang="fr-FR" smtClean="0"/>
              <a:pPr/>
              <a:t>07/12/2025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5DC49-1C0A-483C-8080-C14A015D1DE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9137A-D7C1-4F8C-A62B-C89ADD9F06F3}" type="datetimeFigureOut">
              <a:rPr lang="fr-FR" smtClean="0"/>
              <a:pPr/>
              <a:t>07/12/2025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5DC49-1C0A-483C-8080-C14A015D1DE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9137A-D7C1-4F8C-A62B-C89ADD9F06F3}" type="datetimeFigureOut">
              <a:rPr lang="fr-FR" smtClean="0"/>
              <a:pPr/>
              <a:t>07/12/2025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5DC49-1C0A-483C-8080-C14A015D1DE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E9137A-D7C1-4F8C-A62B-C89ADD9F06F3}" type="datetimeFigureOut">
              <a:rPr lang="fr-FR" smtClean="0"/>
              <a:pPr/>
              <a:t>07/12/2025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65DC49-1C0A-483C-8080-C14A015D1DE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1500167" y="3375427"/>
            <a:ext cx="604639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4000" i="1" dirty="0" err="1" smtClean="0">
                <a:solidFill>
                  <a:srgbClr val="002060"/>
                </a:solidFill>
              </a:rPr>
              <a:t>Endrey</a:t>
            </a:r>
            <a:r>
              <a:rPr lang="fr-FR" sz="4000" i="1" dirty="0" smtClean="0">
                <a:solidFill>
                  <a:srgbClr val="002060"/>
                </a:solidFill>
              </a:rPr>
              <a:t> </a:t>
            </a:r>
            <a:r>
              <a:rPr lang="fr-FR" sz="4000" i="1" dirty="0" err="1" smtClean="0">
                <a:solidFill>
                  <a:srgbClr val="002060"/>
                </a:solidFill>
              </a:rPr>
              <a:t>ny</a:t>
            </a:r>
            <a:r>
              <a:rPr lang="fr-FR" sz="4000" i="1" dirty="0" smtClean="0">
                <a:solidFill>
                  <a:srgbClr val="002060"/>
                </a:solidFill>
              </a:rPr>
              <a:t> </a:t>
            </a:r>
            <a:r>
              <a:rPr lang="fr-FR" sz="4000" i="1" dirty="0" err="1" smtClean="0">
                <a:solidFill>
                  <a:srgbClr val="002060"/>
                </a:solidFill>
              </a:rPr>
              <a:t>hamaroan</a:t>
            </a:r>
            <a:r>
              <a:rPr lang="fr-FR" sz="4000" i="1" dirty="0" smtClean="0">
                <a:solidFill>
                  <a:srgbClr val="002060"/>
                </a:solidFill>
              </a:rPr>
              <a:t>' </a:t>
            </a:r>
            <a:r>
              <a:rPr lang="fr-FR" sz="4000" i="1" dirty="0" err="1" smtClean="0">
                <a:solidFill>
                  <a:srgbClr val="002060"/>
                </a:solidFill>
              </a:rPr>
              <a:t>ny</a:t>
            </a:r>
            <a:r>
              <a:rPr lang="fr-FR" sz="4000" i="1" dirty="0" smtClean="0">
                <a:solidFill>
                  <a:srgbClr val="002060"/>
                </a:solidFill>
              </a:rPr>
              <a:t> </a:t>
            </a:r>
            <a:r>
              <a:rPr lang="fr-FR" sz="4000" i="1" dirty="0" err="1" smtClean="0">
                <a:solidFill>
                  <a:srgbClr val="002060"/>
                </a:solidFill>
              </a:rPr>
              <a:t>soa</a:t>
            </a:r>
            <a:endParaRPr lang="fr-FR" sz="4000" i="1" dirty="0">
              <a:solidFill>
                <a:srgbClr val="00206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195736" y="1653649"/>
            <a:ext cx="4000528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i-FI" sz="8000" b="1" dirty="0" smtClean="0">
                <a:solidFill>
                  <a:srgbClr val="002060"/>
                </a:solidFill>
              </a:rPr>
              <a:t>537</a:t>
            </a:r>
            <a:endParaRPr lang="fr-FR" sz="8000" dirty="0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98504"/>
            <a:ext cx="91440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5400" b="1" dirty="0" smtClean="0">
                <a:latin typeface="Californian FB" pitchFamily="18" charset="0"/>
              </a:rPr>
              <a:t>1. </a:t>
            </a:r>
            <a:r>
              <a:rPr lang="fr-FR" sz="5400" b="1" dirty="0" err="1" smtClean="0">
                <a:latin typeface="Californian FB" pitchFamily="18" charset="0"/>
              </a:rPr>
              <a:t>Endrey</a:t>
            </a:r>
            <a:r>
              <a:rPr lang="fr-FR" sz="5400" b="1" dirty="0" smtClean="0">
                <a:latin typeface="Californian FB" pitchFamily="18" charset="0"/>
              </a:rPr>
              <a:t>, </a:t>
            </a:r>
            <a:r>
              <a:rPr lang="fr-FR" sz="5400" b="1" dirty="0" err="1" smtClean="0">
                <a:latin typeface="Californian FB" pitchFamily="18" charset="0"/>
              </a:rPr>
              <a:t>ny</a:t>
            </a:r>
            <a:r>
              <a:rPr lang="fr-FR" sz="5400" b="1" dirty="0" smtClean="0">
                <a:latin typeface="Californian FB" pitchFamily="18" charset="0"/>
              </a:rPr>
              <a:t> </a:t>
            </a:r>
            <a:r>
              <a:rPr lang="fr-FR" sz="5400" b="1" dirty="0" err="1" smtClean="0">
                <a:latin typeface="Californian FB" pitchFamily="18" charset="0"/>
              </a:rPr>
              <a:t>hamaroan'ny</a:t>
            </a:r>
            <a:r>
              <a:rPr lang="fr-FR" sz="5400" b="1" dirty="0" smtClean="0">
                <a:latin typeface="Californian FB" pitchFamily="18" charset="0"/>
              </a:rPr>
              <a:t> </a:t>
            </a:r>
            <a:r>
              <a:rPr lang="fr-FR" sz="5400" b="1" dirty="0" err="1" smtClean="0">
                <a:latin typeface="Californian FB" pitchFamily="18" charset="0"/>
              </a:rPr>
              <a:t>soa</a:t>
            </a:r>
            <a:r>
              <a:rPr lang="fr-FR" sz="5400" b="1" dirty="0" smtClean="0">
                <a:latin typeface="Californian FB" pitchFamily="18" charset="0"/>
              </a:rPr>
              <a:t> </a:t>
            </a:r>
          </a:p>
          <a:p>
            <a:pPr algn="ctr"/>
            <a:r>
              <a:rPr lang="it-IT" sz="5400" b="1" dirty="0" smtClean="0">
                <a:latin typeface="Californian FB" pitchFamily="18" charset="0"/>
              </a:rPr>
              <a:t>Nomenao Ray ho ahy koa!</a:t>
            </a:r>
          </a:p>
          <a:p>
            <a:pPr algn="ctr"/>
            <a:r>
              <a:rPr lang="fr-FR" sz="5400" b="1" dirty="0" err="1" smtClean="0">
                <a:latin typeface="Californian FB" pitchFamily="18" charset="0"/>
              </a:rPr>
              <a:t>Ny</a:t>
            </a:r>
            <a:r>
              <a:rPr lang="fr-FR" sz="5400" b="1" dirty="0" smtClean="0">
                <a:latin typeface="Californian FB" pitchFamily="18" charset="0"/>
              </a:rPr>
              <a:t> </a:t>
            </a:r>
            <a:r>
              <a:rPr lang="fr-FR" sz="5400" b="1" dirty="0" err="1" smtClean="0">
                <a:latin typeface="Californian FB" pitchFamily="18" charset="0"/>
              </a:rPr>
              <a:t>aiko</a:t>
            </a:r>
            <a:r>
              <a:rPr lang="fr-FR" sz="5400" b="1" dirty="0" smtClean="0">
                <a:latin typeface="Californian FB" pitchFamily="18" charset="0"/>
              </a:rPr>
              <a:t>, </a:t>
            </a:r>
            <a:r>
              <a:rPr lang="fr-FR" sz="5400" b="1" dirty="0" err="1" smtClean="0">
                <a:latin typeface="Californian FB" pitchFamily="18" charset="0"/>
              </a:rPr>
              <a:t>he</a:t>
            </a:r>
            <a:r>
              <a:rPr lang="fr-FR" sz="5400" b="1" dirty="0" smtClean="0">
                <a:latin typeface="Californian FB" pitchFamily="18" charset="0"/>
              </a:rPr>
              <a:t>, </a:t>
            </a:r>
            <a:r>
              <a:rPr lang="fr-FR" sz="5400" b="1" dirty="0" err="1" smtClean="0">
                <a:latin typeface="Californian FB" pitchFamily="18" charset="0"/>
              </a:rPr>
              <a:t>navotanao</a:t>
            </a:r>
            <a:r>
              <a:rPr lang="fr-FR" sz="5400" b="1" dirty="0" smtClean="0">
                <a:latin typeface="Californian FB" pitchFamily="18" charset="0"/>
              </a:rPr>
              <a:t>, </a:t>
            </a:r>
          </a:p>
          <a:p>
            <a:pPr algn="ctr"/>
            <a:r>
              <a:rPr lang="fr-FR" sz="5400" b="1" dirty="0" err="1" smtClean="0">
                <a:latin typeface="Californian FB" pitchFamily="18" charset="0"/>
              </a:rPr>
              <a:t>Ny</a:t>
            </a:r>
            <a:r>
              <a:rPr lang="fr-FR" sz="5400" b="1" dirty="0" smtClean="0">
                <a:latin typeface="Californian FB" pitchFamily="18" charset="0"/>
              </a:rPr>
              <a:t> </a:t>
            </a:r>
            <a:r>
              <a:rPr lang="fr-FR" sz="5400" b="1" dirty="0" err="1" smtClean="0">
                <a:latin typeface="Californian FB" pitchFamily="18" charset="0"/>
              </a:rPr>
              <a:t>heloko</a:t>
            </a:r>
            <a:r>
              <a:rPr lang="fr-FR" sz="5400" b="1" dirty="0" smtClean="0">
                <a:latin typeface="Californian FB" pitchFamily="18" charset="0"/>
              </a:rPr>
              <a:t> </a:t>
            </a:r>
            <a:r>
              <a:rPr lang="fr-FR" sz="5400" b="1" dirty="0" err="1" smtClean="0">
                <a:latin typeface="Californian FB" pitchFamily="18" charset="0"/>
              </a:rPr>
              <a:t>vonoinao</a:t>
            </a:r>
            <a:r>
              <a:rPr lang="fr-FR" sz="5400" b="1" dirty="0" smtClean="0">
                <a:latin typeface="Californian FB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642924"/>
            <a:ext cx="914400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6600" b="1" dirty="0" err="1" smtClean="0">
                <a:latin typeface="Bradley Hand ITC" pitchFamily="66" charset="0"/>
              </a:rPr>
              <a:t>Eny</a:t>
            </a:r>
            <a:r>
              <a:rPr lang="fr-FR" sz="6600" b="1" dirty="0" smtClean="0">
                <a:latin typeface="Bradley Hand ITC" pitchFamily="66" charset="0"/>
              </a:rPr>
              <a:t>, </a:t>
            </a:r>
            <a:r>
              <a:rPr lang="fr-FR" sz="6600" b="1" dirty="0" err="1" smtClean="0">
                <a:latin typeface="Bradley Hand ITC" pitchFamily="66" charset="0"/>
              </a:rPr>
              <a:t>Raiko</a:t>
            </a:r>
            <a:r>
              <a:rPr lang="fr-FR" sz="6600" b="1" dirty="0" smtClean="0">
                <a:latin typeface="Bradley Hand ITC" pitchFamily="66" charset="0"/>
              </a:rPr>
              <a:t>,</a:t>
            </a:r>
          </a:p>
          <a:p>
            <a:pPr algn="ctr"/>
            <a:r>
              <a:rPr lang="fr-FR" sz="6600" b="1" dirty="0" smtClean="0">
                <a:latin typeface="Bradley Hand ITC" pitchFamily="66" charset="0"/>
              </a:rPr>
              <a:t>He </a:t>
            </a:r>
            <a:r>
              <a:rPr lang="fr-FR" sz="6600" b="1" dirty="0" err="1" smtClean="0">
                <a:latin typeface="Bradley Hand ITC" pitchFamily="66" charset="0"/>
              </a:rPr>
              <a:t>ravoravo</a:t>
            </a:r>
            <a:r>
              <a:rPr lang="fr-FR" sz="6600" b="1" dirty="0" smtClean="0">
                <a:latin typeface="Bradley Hand ITC" pitchFamily="66" charset="0"/>
              </a:rPr>
              <a:t> </a:t>
            </a:r>
            <a:r>
              <a:rPr lang="fr-FR" sz="6600" b="1" dirty="0" err="1" smtClean="0">
                <a:latin typeface="Bradley Hand ITC" pitchFamily="66" charset="0"/>
              </a:rPr>
              <a:t>tokoa</a:t>
            </a:r>
            <a:endParaRPr lang="fr-FR" sz="6600" b="1" dirty="0" smtClean="0">
              <a:latin typeface="Bradley Hand ITC" pitchFamily="66" charset="0"/>
            </a:endParaRPr>
          </a:p>
          <a:p>
            <a:pPr algn="ctr"/>
            <a:r>
              <a:rPr lang="fr-FR" sz="6600" b="1" dirty="0" err="1" smtClean="0">
                <a:latin typeface="Bradley Hand ITC" pitchFamily="66" charset="0"/>
              </a:rPr>
              <a:t>Ity</a:t>
            </a:r>
            <a:r>
              <a:rPr lang="fr-FR" sz="6600" b="1" dirty="0" smtClean="0">
                <a:latin typeface="Bradley Hand ITC" pitchFamily="66" charset="0"/>
              </a:rPr>
              <a:t> </a:t>
            </a:r>
            <a:r>
              <a:rPr lang="fr-FR" sz="6600" b="1" dirty="0" err="1" smtClean="0">
                <a:latin typeface="Bradley Hand ITC" pitchFamily="66" charset="0"/>
              </a:rPr>
              <a:t>zanakao</a:t>
            </a:r>
            <a:r>
              <a:rPr lang="fr-FR" sz="6600" b="1" dirty="0" smtClean="0">
                <a:latin typeface="Bradley Hand ITC" pitchFamily="66" charset="0"/>
              </a:rPr>
              <a:t> </a:t>
            </a:r>
            <a:r>
              <a:rPr lang="fr-FR" sz="6600" b="1" dirty="0" err="1" smtClean="0">
                <a:latin typeface="Bradley Hand ITC" pitchFamily="66" charset="0"/>
              </a:rPr>
              <a:t>voavonjy</a:t>
            </a:r>
            <a:r>
              <a:rPr lang="fr-FR" sz="6600" b="1" dirty="0" smtClean="0">
                <a:latin typeface="Bradley Hand ITC" pitchFamily="66" charset="0"/>
              </a:rPr>
              <a:t> </a:t>
            </a:r>
            <a:r>
              <a:rPr lang="fr-FR" sz="6600" b="1" dirty="0" err="1" smtClean="0">
                <a:latin typeface="Bradley Hand ITC" pitchFamily="66" charset="0"/>
              </a:rPr>
              <a:t>re</a:t>
            </a:r>
            <a:r>
              <a:rPr lang="fr-FR" sz="6600" b="1" dirty="0" smtClean="0">
                <a:latin typeface="Bradley Hand ITC" pitchFamily="66" charset="0"/>
              </a:rPr>
              <a:t>,</a:t>
            </a:r>
          </a:p>
          <a:p>
            <a:pPr algn="ctr"/>
            <a:r>
              <a:rPr lang="fr-FR" sz="6600" b="1" dirty="0" smtClean="0">
                <a:latin typeface="Bradley Hand ITC" pitchFamily="66" charset="0"/>
              </a:rPr>
              <a:t>Ka </a:t>
            </a:r>
            <a:r>
              <a:rPr lang="fr-FR" sz="6600" b="1" dirty="0" err="1" smtClean="0">
                <a:latin typeface="Bradley Hand ITC" pitchFamily="66" charset="0"/>
              </a:rPr>
              <a:t>velombelona</a:t>
            </a:r>
            <a:r>
              <a:rPr lang="fr-FR" sz="6600" b="1" dirty="0" smtClean="0">
                <a:latin typeface="Bradley Hand ITC" pitchFamily="66" charset="0"/>
              </a:rPr>
              <a:t> </a:t>
            </a:r>
            <a:r>
              <a:rPr lang="fr-FR" sz="6600" b="1" dirty="0" err="1" smtClean="0">
                <a:latin typeface="Bradley Hand ITC" pitchFamily="66" charset="0"/>
              </a:rPr>
              <a:t>ery</a:t>
            </a:r>
            <a:r>
              <a:rPr lang="fr-FR" sz="6600" b="1" dirty="0" smtClean="0">
                <a:latin typeface="Bradley Hand ITC" pitchFamily="66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39306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55526"/>
            <a:ext cx="9144000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i-FI" sz="6000" b="1" dirty="0" smtClean="0">
                <a:latin typeface="Californian FB" pitchFamily="18" charset="0"/>
              </a:rPr>
              <a:t>2. He, azoko tokoa Jeso,</a:t>
            </a:r>
          </a:p>
          <a:p>
            <a:pPr algn="ctr"/>
            <a:r>
              <a:rPr lang="fr-FR" sz="5400" b="1" dirty="0" err="1" smtClean="0">
                <a:latin typeface="Californian FB" pitchFamily="18" charset="0"/>
              </a:rPr>
              <a:t>Ilay</a:t>
            </a:r>
            <a:r>
              <a:rPr lang="fr-FR" sz="5400" b="1" dirty="0" smtClean="0">
                <a:latin typeface="Californian FB" pitchFamily="18" charset="0"/>
              </a:rPr>
              <a:t> perla </a:t>
            </a:r>
            <a:r>
              <a:rPr lang="fr-FR" sz="5400" b="1" dirty="0" err="1" smtClean="0">
                <a:latin typeface="Californian FB" pitchFamily="18" charset="0"/>
              </a:rPr>
              <a:t>soa</a:t>
            </a:r>
            <a:r>
              <a:rPr lang="fr-FR" sz="5400" b="1" dirty="0" smtClean="0">
                <a:latin typeface="Californian FB" pitchFamily="18" charset="0"/>
              </a:rPr>
              <a:t>, </a:t>
            </a:r>
            <a:r>
              <a:rPr lang="fr-FR" sz="5400" b="1" dirty="0" err="1" smtClean="0">
                <a:latin typeface="Californian FB" pitchFamily="18" charset="0"/>
              </a:rPr>
              <a:t>madio</a:t>
            </a:r>
            <a:r>
              <a:rPr lang="fr-FR" sz="5400" b="1" dirty="0" smtClean="0">
                <a:latin typeface="Californian FB" pitchFamily="18" charset="0"/>
              </a:rPr>
              <a:t> </a:t>
            </a:r>
            <a:r>
              <a:rPr lang="fr-FR" sz="5400" b="1" dirty="0" err="1" smtClean="0">
                <a:latin typeface="Californian FB" pitchFamily="18" charset="0"/>
              </a:rPr>
              <a:t>sy</a:t>
            </a:r>
            <a:r>
              <a:rPr lang="fr-FR" sz="5400" b="1" dirty="0" smtClean="0">
                <a:latin typeface="Californian FB" pitchFamily="18" charset="0"/>
              </a:rPr>
              <a:t> </a:t>
            </a:r>
            <a:r>
              <a:rPr lang="fr-FR" sz="5400" b="1" dirty="0" err="1" smtClean="0">
                <a:latin typeface="Californian FB" pitchFamily="18" charset="0"/>
              </a:rPr>
              <a:t>vao</a:t>
            </a:r>
            <a:r>
              <a:rPr lang="fr-FR" sz="5400" b="1" dirty="0" smtClean="0">
                <a:latin typeface="Californian FB" pitchFamily="18" charset="0"/>
              </a:rPr>
              <a:t>; </a:t>
            </a:r>
          </a:p>
          <a:p>
            <a:pPr algn="ctr"/>
            <a:r>
              <a:rPr lang="fr-FR" sz="6000" b="1" dirty="0" err="1" smtClean="0">
                <a:latin typeface="Californian FB" pitchFamily="18" charset="0"/>
              </a:rPr>
              <a:t>Ny</a:t>
            </a:r>
            <a:r>
              <a:rPr lang="fr-FR" sz="6000" b="1" dirty="0" smtClean="0">
                <a:latin typeface="Californian FB" pitchFamily="18" charset="0"/>
              </a:rPr>
              <a:t> </a:t>
            </a:r>
            <a:r>
              <a:rPr lang="fr-FR" sz="6000" b="1" dirty="0" err="1" smtClean="0">
                <a:latin typeface="Californian FB" pitchFamily="18" charset="0"/>
              </a:rPr>
              <a:t>zava-tsoan'ny</a:t>
            </a:r>
            <a:r>
              <a:rPr lang="fr-FR" sz="6000" b="1" dirty="0" smtClean="0">
                <a:latin typeface="Californian FB" pitchFamily="18" charset="0"/>
              </a:rPr>
              <a:t> </a:t>
            </a:r>
            <a:r>
              <a:rPr lang="fr-FR" sz="6000" b="1" dirty="0" err="1" smtClean="0">
                <a:latin typeface="Californian FB" pitchFamily="18" charset="0"/>
              </a:rPr>
              <a:t>tany</a:t>
            </a:r>
            <a:r>
              <a:rPr lang="fr-FR" sz="6000" b="1" dirty="0" smtClean="0">
                <a:latin typeface="Californian FB" pitchFamily="18" charset="0"/>
              </a:rPr>
              <a:t> </a:t>
            </a:r>
            <a:r>
              <a:rPr lang="fr-FR" sz="6000" b="1" dirty="0" err="1" smtClean="0">
                <a:latin typeface="Californian FB" pitchFamily="18" charset="0"/>
              </a:rPr>
              <a:t>re</a:t>
            </a:r>
            <a:endParaRPr lang="fr-FR" sz="6000" b="1" dirty="0" smtClean="0">
              <a:latin typeface="Californian FB" pitchFamily="18" charset="0"/>
            </a:endParaRPr>
          </a:p>
          <a:p>
            <a:pPr algn="ctr"/>
            <a:r>
              <a:rPr lang="fr-FR" sz="6000" b="1" dirty="0" smtClean="0">
                <a:latin typeface="Californian FB" pitchFamily="18" charset="0"/>
              </a:rPr>
              <a:t>Dia </a:t>
            </a:r>
            <a:r>
              <a:rPr lang="fr-FR" sz="6000" b="1" dirty="0" err="1" smtClean="0">
                <a:latin typeface="Californian FB" pitchFamily="18" charset="0"/>
              </a:rPr>
              <a:t>tsy</a:t>
            </a:r>
            <a:r>
              <a:rPr lang="fr-FR" sz="6000" b="1" dirty="0" smtClean="0">
                <a:latin typeface="Californian FB" pitchFamily="18" charset="0"/>
              </a:rPr>
              <a:t> </a:t>
            </a:r>
            <a:r>
              <a:rPr lang="fr-FR" sz="6000" b="1" dirty="0" err="1" smtClean="0">
                <a:latin typeface="Californian FB" pitchFamily="18" charset="0"/>
              </a:rPr>
              <a:t>ahoako</a:t>
            </a:r>
            <a:r>
              <a:rPr lang="fr-FR" sz="6000" b="1" dirty="0" smtClean="0">
                <a:latin typeface="Californian FB" pitchFamily="18" charset="0"/>
              </a:rPr>
              <a:t> </a:t>
            </a:r>
            <a:r>
              <a:rPr lang="fr-FR" sz="6000" b="1" dirty="0" err="1" smtClean="0">
                <a:latin typeface="Californian FB" pitchFamily="18" charset="0"/>
              </a:rPr>
              <a:t>tokoa</a:t>
            </a:r>
            <a:r>
              <a:rPr lang="fr-FR" sz="6000" b="1" dirty="0" smtClean="0">
                <a:latin typeface="Californian FB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642924"/>
            <a:ext cx="914400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6600" b="1" dirty="0" err="1" smtClean="0">
                <a:latin typeface="Bradley Hand ITC" pitchFamily="66" charset="0"/>
              </a:rPr>
              <a:t>Eny</a:t>
            </a:r>
            <a:r>
              <a:rPr lang="fr-FR" sz="6600" b="1" dirty="0" smtClean="0">
                <a:latin typeface="Bradley Hand ITC" pitchFamily="66" charset="0"/>
              </a:rPr>
              <a:t>, </a:t>
            </a:r>
            <a:r>
              <a:rPr lang="fr-FR" sz="6600" b="1" dirty="0" err="1" smtClean="0">
                <a:latin typeface="Bradley Hand ITC" pitchFamily="66" charset="0"/>
              </a:rPr>
              <a:t>Raiko</a:t>
            </a:r>
            <a:r>
              <a:rPr lang="fr-FR" sz="6600" b="1" dirty="0" smtClean="0">
                <a:latin typeface="Bradley Hand ITC" pitchFamily="66" charset="0"/>
              </a:rPr>
              <a:t>,</a:t>
            </a:r>
          </a:p>
          <a:p>
            <a:pPr algn="ctr"/>
            <a:r>
              <a:rPr lang="fr-FR" sz="6600" b="1" dirty="0" smtClean="0">
                <a:latin typeface="Bradley Hand ITC" pitchFamily="66" charset="0"/>
              </a:rPr>
              <a:t>He </a:t>
            </a:r>
            <a:r>
              <a:rPr lang="fr-FR" sz="6600" b="1" dirty="0" err="1" smtClean="0">
                <a:latin typeface="Bradley Hand ITC" pitchFamily="66" charset="0"/>
              </a:rPr>
              <a:t>ravoravo</a:t>
            </a:r>
            <a:r>
              <a:rPr lang="fr-FR" sz="6600" b="1" dirty="0" smtClean="0">
                <a:latin typeface="Bradley Hand ITC" pitchFamily="66" charset="0"/>
              </a:rPr>
              <a:t> </a:t>
            </a:r>
            <a:r>
              <a:rPr lang="fr-FR" sz="6600" b="1" dirty="0" err="1" smtClean="0">
                <a:latin typeface="Bradley Hand ITC" pitchFamily="66" charset="0"/>
              </a:rPr>
              <a:t>tokoa</a:t>
            </a:r>
            <a:endParaRPr lang="fr-FR" sz="6600" b="1" dirty="0" smtClean="0">
              <a:latin typeface="Bradley Hand ITC" pitchFamily="66" charset="0"/>
            </a:endParaRPr>
          </a:p>
          <a:p>
            <a:pPr algn="ctr"/>
            <a:r>
              <a:rPr lang="fr-FR" sz="6600" b="1" dirty="0" err="1" smtClean="0">
                <a:latin typeface="Bradley Hand ITC" pitchFamily="66" charset="0"/>
              </a:rPr>
              <a:t>Ity</a:t>
            </a:r>
            <a:r>
              <a:rPr lang="fr-FR" sz="6600" b="1" dirty="0" smtClean="0">
                <a:latin typeface="Bradley Hand ITC" pitchFamily="66" charset="0"/>
              </a:rPr>
              <a:t> </a:t>
            </a:r>
            <a:r>
              <a:rPr lang="fr-FR" sz="6600" b="1" dirty="0" err="1" smtClean="0">
                <a:latin typeface="Bradley Hand ITC" pitchFamily="66" charset="0"/>
              </a:rPr>
              <a:t>zanakao</a:t>
            </a:r>
            <a:r>
              <a:rPr lang="fr-FR" sz="6600" b="1" dirty="0" smtClean="0">
                <a:latin typeface="Bradley Hand ITC" pitchFamily="66" charset="0"/>
              </a:rPr>
              <a:t> </a:t>
            </a:r>
            <a:r>
              <a:rPr lang="fr-FR" sz="6600" b="1" dirty="0" err="1" smtClean="0">
                <a:latin typeface="Bradley Hand ITC" pitchFamily="66" charset="0"/>
              </a:rPr>
              <a:t>voavonjy</a:t>
            </a:r>
            <a:r>
              <a:rPr lang="fr-FR" sz="6600" b="1" dirty="0" smtClean="0">
                <a:latin typeface="Bradley Hand ITC" pitchFamily="66" charset="0"/>
              </a:rPr>
              <a:t> </a:t>
            </a:r>
            <a:r>
              <a:rPr lang="fr-FR" sz="6600" b="1" dirty="0" err="1" smtClean="0">
                <a:latin typeface="Bradley Hand ITC" pitchFamily="66" charset="0"/>
              </a:rPr>
              <a:t>re</a:t>
            </a:r>
            <a:r>
              <a:rPr lang="fr-FR" sz="6600" b="1" dirty="0" smtClean="0">
                <a:latin typeface="Bradley Hand ITC" pitchFamily="66" charset="0"/>
              </a:rPr>
              <a:t>,</a:t>
            </a:r>
          </a:p>
          <a:p>
            <a:pPr algn="ctr"/>
            <a:r>
              <a:rPr lang="fr-FR" sz="6600" b="1" dirty="0" smtClean="0">
                <a:latin typeface="Bradley Hand ITC" pitchFamily="66" charset="0"/>
              </a:rPr>
              <a:t>Ka </a:t>
            </a:r>
            <a:r>
              <a:rPr lang="fr-FR" sz="6600" b="1" dirty="0" err="1" smtClean="0">
                <a:latin typeface="Bradley Hand ITC" pitchFamily="66" charset="0"/>
              </a:rPr>
              <a:t>velombelona</a:t>
            </a:r>
            <a:r>
              <a:rPr lang="fr-FR" sz="6600" b="1" dirty="0" smtClean="0">
                <a:latin typeface="Bradley Hand ITC" pitchFamily="66" charset="0"/>
              </a:rPr>
              <a:t> </a:t>
            </a:r>
            <a:r>
              <a:rPr lang="fr-FR" sz="6600" b="1" dirty="0" err="1" smtClean="0">
                <a:latin typeface="Bradley Hand ITC" pitchFamily="66" charset="0"/>
              </a:rPr>
              <a:t>ery</a:t>
            </a:r>
            <a:r>
              <a:rPr lang="fr-FR" sz="6600" b="1" dirty="0" smtClean="0">
                <a:latin typeface="Bradley Hand ITC" pitchFamily="66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39306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357504"/>
            <a:ext cx="91440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6000" b="1" dirty="0" smtClean="0">
                <a:latin typeface="Californian FB" pitchFamily="18" charset="0"/>
              </a:rPr>
              <a:t>3. </a:t>
            </a:r>
            <a:r>
              <a:rPr lang="fr-FR" sz="6000" b="1" dirty="0" err="1" smtClean="0">
                <a:latin typeface="Californian FB" pitchFamily="18" charset="0"/>
              </a:rPr>
              <a:t>Ny</a:t>
            </a:r>
            <a:r>
              <a:rPr lang="fr-FR" sz="6000" b="1" dirty="0" smtClean="0">
                <a:latin typeface="Californian FB" pitchFamily="18" charset="0"/>
              </a:rPr>
              <a:t> </a:t>
            </a:r>
            <a:r>
              <a:rPr lang="fr-FR" sz="6000" b="1" dirty="0" err="1" smtClean="0">
                <a:latin typeface="Californian FB" pitchFamily="18" charset="0"/>
              </a:rPr>
              <a:t>vavako</a:t>
            </a:r>
            <a:r>
              <a:rPr lang="fr-FR" sz="6000" b="1" dirty="0" smtClean="0">
                <a:latin typeface="Californian FB" pitchFamily="18" charset="0"/>
              </a:rPr>
              <a:t> dia </a:t>
            </a:r>
            <a:r>
              <a:rPr lang="fr-FR" sz="6000" b="1" dirty="0" err="1" smtClean="0">
                <a:latin typeface="Californian FB" pitchFamily="18" charset="0"/>
              </a:rPr>
              <a:t>tsy</a:t>
            </a:r>
            <a:r>
              <a:rPr lang="fr-FR" sz="6000" b="1" dirty="0" smtClean="0">
                <a:latin typeface="Californian FB" pitchFamily="18" charset="0"/>
              </a:rPr>
              <a:t> </a:t>
            </a:r>
            <a:r>
              <a:rPr lang="fr-FR" sz="6000" b="1" dirty="0" err="1" smtClean="0">
                <a:latin typeface="Californian FB" pitchFamily="18" charset="0"/>
              </a:rPr>
              <a:t>mahay</a:t>
            </a:r>
            <a:r>
              <a:rPr lang="fr-FR" sz="6000" b="1" dirty="0" smtClean="0">
                <a:latin typeface="Californian FB" pitchFamily="18" charset="0"/>
              </a:rPr>
              <a:t> </a:t>
            </a:r>
          </a:p>
          <a:p>
            <a:pPr algn="ctr"/>
            <a:r>
              <a:rPr lang="fr-FR" sz="6000" b="1" dirty="0" err="1" smtClean="0">
                <a:latin typeface="Californian FB" pitchFamily="18" charset="0"/>
              </a:rPr>
              <a:t>Hamisavisa</a:t>
            </a:r>
            <a:r>
              <a:rPr lang="fr-FR" sz="6000" b="1" dirty="0" smtClean="0">
                <a:latin typeface="Californian FB" pitchFamily="18" charset="0"/>
              </a:rPr>
              <a:t> </a:t>
            </a:r>
            <a:r>
              <a:rPr lang="fr-FR" sz="6000" b="1" dirty="0" err="1" smtClean="0">
                <a:latin typeface="Californian FB" pitchFamily="18" charset="0"/>
              </a:rPr>
              <a:t>izao</a:t>
            </a:r>
            <a:r>
              <a:rPr lang="fr-FR" sz="6000" b="1" dirty="0" smtClean="0">
                <a:latin typeface="Californian FB" pitchFamily="18" charset="0"/>
              </a:rPr>
              <a:t> </a:t>
            </a:r>
            <a:r>
              <a:rPr lang="fr-FR" sz="6000" b="1" dirty="0" err="1" smtClean="0">
                <a:latin typeface="Californian FB" pitchFamily="18" charset="0"/>
              </a:rPr>
              <a:t>ry</a:t>
            </a:r>
            <a:r>
              <a:rPr lang="fr-FR" sz="6000" b="1" dirty="0" smtClean="0">
                <a:latin typeface="Californian FB" pitchFamily="18" charset="0"/>
              </a:rPr>
              <a:t> Ray;</a:t>
            </a:r>
          </a:p>
          <a:p>
            <a:pPr algn="ctr"/>
            <a:r>
              <a:rPr lang="fr-FR" sz="6000" b="1" dirty="0" err="1" smtClean="0">
                <a:latin typeface="Californian FB" pitchFamily="18" charset="0"/>
              </a:rPr>
              <a:t>Ny</a:t>
            </a:r>
            <a:r>
              <a:rPr lang="fr-FR" sz="6000" b="1" dirty="0" smtClean="0">
                <a:latin typeface="Californian FB" pitchFamily="18" charset="0"/>
              </a:rPr>
              <a:t> </a:t>
            </a:r>
            <a:r>
              <a:rPr lang="fr-FR" sz="6000" b="1" dirty="0" err="1" smtClean="0">
                <a:latin typeface="Californian FB" pitchFamily="18" charset="0"/>
              </a:rPr>
              <a:t>fanomezan</a:t>
            </a:r>
            <a:r>
              <a:rPr lang="fr-FR" sz="6000" b="1" dirty="0" smtClean="0">
                <a:latin typeface="Californian FB" pitchFamily="18" charset="0"/>
              </a:rPr>
              <a:t>-</a:t>
            </a:r>
            <a:r>
              <a:rPr lang="fr-FR" sz="6000" b="1" dirty="0" err="1" smtClean="0">
                <a:latin typeface="Californian FB" pitchFamily="18" charset="0"/>
              </a:rPr>
              <a:t>dehibe</a:t>
            </a:r>
            <a:r>
              <a:rPr lang="fr-FR" sz="6000" b="1" dirty="0" smtClean="0">
                <a:latin typeface="Californian FB" pitchFamily="18" charset="0"/>
              </a:rPr>
              <a:t> </a:t>
            </a:r>
          </a:p>
          <a:p>
            <a:pPr algn="ctr"/>
            <a:r>
              <a:rPr lang="fr-FR" sz="6000" b="1" dirty="0" smtClean="0">
                <a:latin typeface="Californian FB" pitchFamily="18" charset="0"/>
              </a:rPr>
              <a:t>Dia </a:t>
            </a:r>
            <a:r>
              <a:rPr lang="fr-FR" sz="6000" b="1" dirty="0" err="1" smtClean="0">
                <a:latin typeface="Californian FB" pitchFamily="18" charset="0"/>
              </a:rPr>
              <a:t>tsy</a:t>
            </a:r>
            <a:r>
              <a:rPr lang="fr-FR" sz="6000" b="1" dirty="0" smtClean="0">
                <a:latin typeface="Californian FB" pitchFamily="18" charset="0"/>
              </a:rPr>
              <a:t> </a:t>
            </a:r>
            <a:r>
              <a:rPr lang="fr-FR" sz="6000" b="1" dirty="0" err="1" smtClean="0">
                <a:latin typeface="Californian FB" pitchFamily="18" charset="0"/>
              </a:rPr>
              <a:t>voatonoko</a:t>
            </a:r>
            <a:r>
              <a:rPr lang="fr-FR" sz="6000" b="1" dirty="0" smtClean="0">
                <a:latin typeface="Californian FB" pitchFamily="18" charset="0"/>
              </a:rPr>
              <a:t> </a:t>
            </a:r>
            <a:r>
              <a:rPr lang="fr-FR" sz="6000" b="1" dirty="0" err="1" smtClean="0">
                <a:latin typeface="Californian FB" pitchFamily="18" charset="0"/>
              </a:rPr>
              <a:t>koa</a:t>
            </a:r>
            <a:endParaRPr lang="fr-FR" sz="6000" b="1" dirty="0" smtClean="0">
              <a:latin typeface="Californian FB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642924"/>
            <a:ext cx="914400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6600" b="1" dirty="0" err="1" smtClean="0">
                <a:latin typeface="Bradley Hand ITC" pitchFamily="66" charset="0"/>
              </a:rPr>
              <a:t>Eny</a:t>
            </a:r>
            <a:r>
              <a:rPr lang="fr-FR" sz="6600" b="1" dirty="0" smtClean="0">
                <a:latin typeface="Bradley Hand ITC" pitchFamily="66" charset="0"/>
              </a:rPr>
              <a:t>, </a:t>
            </a:r>
            <a:r>
              <a:rPr lang="fr-FR" sz="6600" b="1" dirty="0" err="1" smtClean="0">
                <a:latin typeface="Bradley Hand ITC" pitchFamily="66" charset="0"/>
              </a:rPr>
              <a:t>Raiko</a:t>
            </a:r>
            <a:r>
              <a:rPr lang="fr-FR" sz="6600" b="1" dirty="0" smtClean="0">
                <a:latin typeface="Bradley Hand ITC" pitchFamily="66" charset="0"/>
              </a:rPr>
              <a:t>,</a:t>
            </a:r>
          </a:p>
          <a:p>
            <a:pPr algn="ctr"/>
            <a:r>
              <a:rPr lang="fr-FR" sz="6600" b="1" dirty="0" smtClean="0">
                <a:latin typeface="Bradley Hand ITC" pitchFamily="66" charset="0"/>
              </a:rPr>
              <a:t>He </a:t>
            </a:r>
            <a:r>
              <a:rPr lang="fr-FR" sz="6600" b="1" dirty="0" err="1" smtClean="0">
                <a:latin typeface="Bradley Hand ITC" pitchFamily="66" charset="0"/>
              </a:rPr>
              <a:t>ravoravo</a:t>
            </a:r>
            <a:r>
              <a:rPr lang="fr-FR" sz="6600" b="1" dirty="0" smtClean="0">
                <a:latin typeface="Bradley Hand ITC" pitchFamily="66" charset="0"/>
              </a:rPr>
              <a:t> </a:t>
            </a:r>
            <a:r>
              <a:rPr lang="fr-FR" sz="6600" b="1" dirty="0" err="1" smtClean="0">
                <a:latin typeface="Bradley Hand ITC" pitchFamily="66" charset="0"/>
              </a:rPr>
              <a:t>tokoa</a:t>
            </a:r>
            <a:endParaRPr lang="fr-FR" sz="6600" b="1" dirty="0" smtClean="0">
              <a:latin typeface="Bradley Hand ITC" pitchFamily="66" charset="0"/>
            </a:endParaRPr>
          </a:p>
          <a:p>
            <a:pPr algn="ctr"/>
            <a:r>
              <a:rPr lang="fr-FR" sz="6600" b="1" dirty="0" err="1" smtClean="0">
                <a:latin typeface="Bradley Hand ITC" pitchFamily="66" charset="0"/>
              </a:rPr>
              <a:t>Ity</a:t>
            </a:r>
            <a:r>
              <a:rPr lang="fr-FR" sz="6600" b="1" dirty="0" smtClean="0">
                <a:latin typeface="Bradley Hand ITC" pitchFamily="66" charset="0"/>
              </a:rPr>
              <a:t> </a:t>
            </a:r>
            <a:r>
              <a:rPr lang="fr-FR" sz="6600" b="1" dirty="0" err="1" smtClean="0">
                <a:latin typeface="Bradley Hand ITC" pitchFamily="66" charset="0"/>
              </a:rPr>
              <a:t>zanakao</a:t>
            </a:r>
            <a:r>
              <a:rPr lang="fr-FR" sz="6600" b="1" dirty="0" smtClean="0">
                <a:latin typeface="Bradley Hand ITC" pitchFamily="66" charset="0"/>
              </a:rPr>
              <a:t> </a:t>
            </a:r>
            <a:r>
              <a:rPr lang="fr-FR" sz="6600" b="1" dirty="0" err="1" smtClean="0">
                <a:latin typeface="Bradley Hand ITC" pitchFamily="66" charset="0"/>
              </a:rPr>
              <a:t>voavonjy</a:t>
            </a:r>
            <a:r>
              <a:rPr lang="fr-FR" sz="6600" b="1" dirty="0" smtClean="0">
                <a:latin typeface="Bradley Hand ITC" pitchFamily="66" charset="0"/>
              </a:rPr>
              <a:t> </a:t>
            </a:r>
            <a:r>
              <a:rPr lang="fr-FR" sz="6600" b="1" dirty="0" err="1" smtClean="0">
                <a:latin typeface="Bradley Hand ITC" pitchFamily="66" charset="0"/>
              </a:rPr>
              <a:t>re</a:t>
            </a:r>
            <a:r>
              <a:rPr lang="fr-FR" sz="6600" b="1" dirty="0" smtClean="0">
                <a:latin typeface="Bradley Hand ITC" pitchFamily="66" charset="0"/>
              </a:rPr>
              <a:t>,</a:t>
            </a:r>
          </a:p>
          <a:p>
            <a:pPr algn="ctr"/>
            <a:r>
              <a:rPr lang="fr-FR" sz="6600" b="1" dirty="0" smtClean="0">
                <a:latin typeface="Bradley Hand ITC" pitchFamily="66" charset="0"/>
              </a:rPr>
              <a:t>Ka </a:t>
            </a:r>
            <a:r>
              <a:rPr lang="fr-FR" sz="6600" b="1" dirty="0" err="1" smtClean="0">
                <a:latin typeface="Bradley Hand ITC" pitchFamily="66" charset="0"/>
              </a:rPr>
              <a:t>velombelona</a:t>
            </a:r>
            <a:r>
              <a:rPr lang="fr-FR" sz="6600" b="1" dirty="0" smtClean="0">
                <a:latin typeface="Bradley Hand ITC" pitchFamily="66" charset="0"/>
              </a:rPr>
              <a:t> </a:t>
            </a:r>
            <a:r>
              <a:rPr lang="fr-FR" sz="6600" b="1" dirty="0" err="1" smtClean="0">
                <a:latin typeface="Bradley Hand ITC" pitchFamily="66" charset="0"/>
              </a:rPr>
              <a:t>ery</a:t>
            </a:r>
            <a:r>
              <a:rPr lang="fr-FR" sz="6600" b="1" dirty="0" smtClean="0">
                <a:latin typeface="Bradley Hand ITC" pitchFamily="66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39306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357505"/>
            <a:ext cx="91440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6000" b="1" dirty="0" smtClean="0">
                <a:latin typeface="Californian FB" pitchFamily="18" charset="0"/>
              </a:rPr>
              <a:t>4. </a:t>
            </a:r>
            <a:r>
              <a:rPr lang="fr-FR" sz="6000" b="1" dirty="0" err="1" smtClean="0">
                <a:latin typeface="Californian FB" pitchFamily="18" charset="0"/>
              </a:rPr>
              <a:t>Ny</a:t>
            </a:r>
            <a:r>
              <a:rPr lang="fr-FR" sz="6000" b="1" dirty="0" smtClean="0">
                <a:latin typeface="Californian FB" pitchFamily="18" charset="0"/>
              </a:rPr>
              <a:t> </a:t>
            </a:r>
            <a:r>
              <a:rPr lang="fr-FR" sz="6000" b="1" dirty="0" err="1" smtClean="0">
                <a:latin typeface="Californian FB" pitchFamily="18" charset="0"/>
              </a:rPr>
              <a:t>foko</a:t>
            </a:r>
            <a:r>
              <a:rPr lang="fr-FR" sz="6000" b="1" dirty="0" smtClean="0">
                <a:latin typeface="Californian FB" pitchFamily="18" charset="0"/>
              </a:rPr>
              <a:t> no </a:t>
            </a:r>
            <a:r>
              <a:rPr lang="fr-FR" sz="6000" b="1" dirty="0" err="1" smtClean="0">
                <a:latin typeface="Californian FB" pitchFamily="18" charset="0"/>
              </a:rPr>
              <a:t>hidera</a:t>
            </a:r>
            <a:r>
              <a:rPr lang="fr-FR" sz="6000" b="1" dirty="0" smtClean="0">
                <a:latin typeface="Californian FB" pitchFamily="18" charset="0"/>
              </a:rPr>
              <a:t> </a:t>
            </a:r>
            <a:r>
              <a:rPr lang="fr-FR" sz="6000" b="1" dirty="0" err="1" smtClean="0">
                <a:latin typeface="Californian FB" pitchFamily="18" charset="0"/>
              </a:rPr>
              <a:t>izao</a:t>
            </a:r>
            <a:r>
              <a:rPr lang="fr-FR" sz="6000" b="1" dirty="0" smtClean="0">
                <a:latin typeface="Californian FB" pitchFamily="18" charset="0"/>
              </a:rPr>
              <a:t>, </a:t>
            </a:r>
          </a:p>
          <a:p>
            <a:pPr algn="ctr"/>
            <a:r>
              <a:rPr lang="fr-FR" sz="6000" b="1" dirty="0" err="1" smtClean="0">
                <a:latin typeface="Californian FB" pitchFamily="18" charset="0"/>
              </a:rPr>
              <a:t>Hisaotra</a:t>
            </a:r>
            <a:r>
              <a:rPr lang="fr-FR" sz="6000" b="1" dirty="0" smtClean="0">
                <a:latin typeface="Californian FB" pitchFamily="18" charset="0"/>
              </a:rPr>
              <a:t> </a:t>
            </a:r>
            <a:r>
              <a:rPr lang="fr-FR" sz="6000" b="1" dirty="0" err="1" smtClean="0">
                <a:latin typeface="Californian FB" pitchFamily="18" charset="0"/>
              </a:rPr>
              <a:t>sy</a:t>
            </a:r>
            <a:r>
              <a:rPr lang="fr-FR" sz="6000" b="1" dirty="0" smtClean="0">
                <a:latin typeface="Californian FB" pitchFamily="18" charset="0"/>
              </a:rPr>
              <a:t> </a:t>
            </a:r>
            <a:r>
              <a:rPr lang="fr-FR" sz="6000" b="1" dirty="0" err="1" smtClean="0">
                <a:latin typeface="Californian FB" pitchFamily="18" charset="0"/>
              </a:rPr>
              <a:t>hanaja</a:t>
            </a:r>
            <a:r>
              <a:rPr lang="fr-FR" sz="6000" b="1" dirty="0" smtClean="0">
                <a:latin typeface="Californian FB" pitchFamily="18" charset="0"/>
              </a:rPr>
              <a:t> </a:t>
            </a:r>
            <a:r>
              <a:rPr lang="fr-FR" sz="6000" b="1" dirty="0" err="1" smtClean="0">
                <a:latin typeface="Californian FB" pitchFamily="18" charset="0"/>
              </a:rPr>
              <a:t>Anao</a:t>
            </a:r>
            <a:r>
              <a:rPr lang="fr-FR" sz="6000" b="1" dirty="0" smtClean="0">
                <a:latin typeface="Californian FB" pitchFamily="18" charset="0"/>
              </a:rPr>
              <a:t>,</a:t>
            </a:r>
          </a:p>
          <a:p>
            <a:pPr algn="ctr"/>
            <a:r>
              <a:rPr lang="fr-FR" sz="6000" b="1" dirty="0" err="1" smtClean="0">
                <a:latin typeface="Californian FB" pitchFamily="18" charset="0"/>
              </a:rPr>
              <a:t>Hanoa</a:t>
            </a:r>
            <a:r>
              <a:rPr lang="fr-FR" sz="6000" b="1" dirty="0" smtClean="0">
                <a:latin typeface="Californian FB" pitchFamily="18" charset="0"/>
              </a:rPr>
              <a:t>, ho </a:t>
            </a:r>
            <a:r>
              <a:rPr lang="fr-FR" sz="6000" b="1" dirty="0" err="1" smtClean="0">
                <a:latin typeface="Californian FB" pitchFamily="18" charset="0"/>
              </a:rPr>
              <a:t>vonona</a:t>
            </a:r>
            <a:r>
              <a:rPr lang="fr-FR" sz="6000" b="1" dirty="0" smtClean="0">
                <a:latin typeface="Californian FB" pitchFamily="18" charset="0"/>
              </a:rPr>
              <a:t> </a:t>
            </a:r>
            <a:r>
              <a:rPr lang="fr-FR" sz="6000" b="1" dirty="0" err="1" smtClean="0">
                <a:latin typeface="Californian FB" pitchFamily="18" charset="0"/>
              </a:rPr>
              <a:t>hanao</a:t>
            </a:r>
            <a:endParaRPr lang="fr-FR" sz="6000" b="1" dirty="0" smtClean="0">
              <a:latin typeface="Californian FB" pitchFamily="18" charset="0"/>
            </a:endParaRPr>
          </a:p>
          <a:p>
            <a:pPr algn="ctr"/>
            <a:r>
              <a:rPr lang="fr-FR" sz="6000" b="1" dirty="0" err="1" smtClean="0">
                <a:latin typeface="Californian FB" pitchFamily="18" charset="0"/>
              </a:rPr>
              <a:t>Ny</a:t>
            </a:r>
            <a:r>
              <a:rPr lang="fr-FR" sz="6000" b="1" dirty="0" smtClean="0">
                <a:latin typeface="Californian FB" pitchFamily="18" charset="0"/>
              </a:rPr>
              <a:t> </a:t>
            </a:r>
            <a:r>
              <a:rPr lang="fr-FR" sz="6000" b="1" dirty="0" err="1" smtClean="0">
                <a:latin typeface="Californian FB" pitchFamily="18" charset="0"/>
              </a:rPr>
              <a:t>sitrakao</a:t>
            </a:r>
            <a:r>
              <a:rPr lang="fr-FR" sz="6000" b="1" dirty="0" smtClean="0">
                <a:latin typeface="Californian FB" pitchFamily="18" charset="0"/>
              </a:rPr>
              <a:t> </a:t>
            </a:r>
            <a:r>
              <a:rPr lang="fr-FR" sz="6000" b="1" dirty="0" err="1" smtClean="0">
                <a:latin typeface="Californian FB" pitchFamily="18" charset="0"/>
              </a:rPr>
              <a:t>rehetra</a:t>
            </a:r>
            <a:r>
              <a:rPr lang="fr-FR" sz="6000" b="1" dirty="0" smtClean="0">
                <a:latin typeface="Californian FB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642924"/>
            <a:ext cx="914400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6600" b="1" dirty="0" err="1" smtClean="0">
                <a:latin typeface="Bradley Hand ITC" pitchFamily="66" charset="0"/>
              </a:rPr>
              <a:t>Eny</a:t>
            </a:r>
            <a:r>
              <a:rPr lang="fr-FR" sz="6600" b="1" dirty="0" smtClean="0">
                <a:latin typeface="Bradley Hand ITC" pitchFamily="66" charset="0"/>
              </a:rPr>
              <a:t>, </a:t>
            </a:r>
            <a:r>
              <a:rPr lang="fr-FR" sz="6600" b="1" dirty="0" err="1" smtClean="0">
                <a:latin typeface="Bradley Hand ITC" pitchFamily="66" charset="0"/>
              </a:rPr>
              <a:t>Raiko</a:t>
            </a:r>
            <a:r>
              <a:rPr lang="fr-FR" sz="6600" b="1" dirty="0" smtClean="0">
                <a:latin typeface="Bradley Hand ITC" pitchFamily="66" charset="0"/>
              </a:rPr>
              <a:t>,</a:t>
            </a:r>
          </a:p>
          <a:p>
            <a:pPr algn="ctr"/>
            <a:r>
              <a:rPr lang="fr-FR" sz="6600" b="1" dirty="0" smtClean="0">
                <a:latin typeface="Bradley Hand ITC" pitchFamily="66" charset="0"/>
              </a:rPr>
              <a:t>He </a:t>
            </a:r>
            <a:r>
              <a:rPr lang="fr-FR" sz="6600" b="1" dirty="0" err="1" smtClean="0">
                <a:latin typeface="Bradley Hand ITC" pitchFamily="66" charset="0"/>
              </a:rPr>
              <a:t>ravoravo</a:t>
            </a:r>
            <a:r>
              <a:rPr lang="fr-FR" sz="6600" b="1" dirty="0" smtClean="0">
                <a:latin typeface="Bradley Hand ITC" pitchFamily="66" charset="0"/>
              </a:rPr>
              <a:t> </a:t>
            </a:r>
            <a:r>
              <a:rPr lang="fr-FR" sz="6600" b="1" dirty="0" err="1" smtClean="0">
                <a:latin typeface="Bradley Hand ITC" pitchFamily="66" charset="0"/>
              </a:rPr>
              <a:t>tokoa</a:t>
            </a:r>
            <a:endParaRPr lang="fr-FR" sz="6600" b="1" dirty="0" smtClean="0">
              <a:latin typeface="Bradley Hand ITC" pitchFamily="66" charset="0"/>
            </a:endParaRPr>
          </a:p>
          <a:p>
            <a:pPr algn="ctr"/>
            <a:r>
              <a:rPr lang="fr-FR" sz="6600" b="1" dirty="0" err="1" smtClean="0">
                <a:latin typeface="Bradley Hand ITC" pitchFamily="66" charset="0"/>
              </a:rPr>
              <a:t>Ity</a:t>
            </a:r>
            <a:r>
              <a:rPr lang="fr-FR" sz="6600" b="1" dirty="0" smtClean="0">
                <a:latin typeface="Bradley Hand ITC" pitchFamily="66" charset="0"/>
              </a:rPr>
              <a:t> </a:t>
            </a:r>
            <a:r>
              <a:rPr lang="fr-FR" sz="6600" b="1" dirty="0" err="1" smtClean="0">
                <a:latin typeface="Bradley Hand ITC" pitchFamily="66" charset="0"/>
              </a:rPr>
              <a:t>zanakao</a:t>
            </a:r>
            <a:r>
              <a:rPr lang="fr-FR" sz="6600" b="1" dirty="0" smtClean="0">
                <a:latin typeface="Bradley Hand ITC" pitchFamily="66" charset="0"/>
              </a:rPr>
              <a:t> </a:t>
            </a:r>
            <a:r>
              <a:rPr lang="fr-FR" sz="6600" b="1" dirty="0" err="1" smtClean="0">
                <a:latin typeface="Bradley Hand ITC" pitchFamily="66" charset="0"/>
              </a:rPr>
              <a:t>voavonjy</a:t>
            </a:r>
            <a:r>
              <a:rPr lang="fr-FR" sz="6600" b="1" dirty="0" smtClean="0">
                <a:latin typeface="Bradley Hand ITC" pitchFamily="66" charset="0"/>
              </a:rPr>
              <a:t> </a:t>
            </a:r>
            <a:r>
              <a:rPr lang="fr-FR" sz="6600" b="1" dirty="0" err="1" smtClean="0">
                <a:latin typeface="Bradley Hand ITC" pitchFamily="66" charset="0"/>
              </a:rPr>
              <a:t>re</a:t>
            </a:r>
            <a:r>
              <a:rPr lang="fr-FR" sz="6600" b="1" dirty="0" smtClean="0">
                <a:latin typeface="Bradley Hand ITC" pitchFamily="66" charset="0"/>
              </a:rPr>
              <a:t>,</a:t>
            </a:r>
          </a:p>
          <a:p>
            <a:pPr algn="ctr"/>
            <a:r>
              <a:rPr lang="fr-FR" sz="6600" b="1" dirty="0" smtClean="0">
                <a:latin typeface="Bradley Hand ITC" pitchFamily="66" charset="0"/>
              </a:rPr>
              <a:t>Ka </a:t>
            </a:r>
            <a:r>
              <a:rPr lang="fr-FR" sz="6600" b="1" dirty="0" err="1" smtClean="0">
                <a:latin typeface="Bradley Hand ITC" pitchFamily="66" charset="0"/>
              </a:rPr>
              <a:t>velombelona</a:t>
            </a:r>
            <a:r>
              <a:rPr lang="fr-FR" sz="6600" b="1" dirty="0" smtClean="0">
                <a:latin typeface="Bradley Hand ITC" pitchFamily="66" charset="0"/>
              </a:rPr>
              <a:t> </a:t>
            </a:r>
            <a:r>
              <a:rPr lang="fr-FR" sz="6600" b="1" dirty="0" err="1" smtClean="0">
                <a:latin typeface="Bradley Hand ITC" pitchFamily="66" charset="0"/>
              </a:rPr>
              <a:t>ery</a:t>
            </a:r>
            <a:r>
              <a:rPr lang="fr-FR" sz="6600" b="1" dirty="0" smtClean="0">
                <a:latin typeface="Bradley Hand ITC" pitchFamily="66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39306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160</Words>
  <Application>Microsoft Office PowerPoint</Application>
  <PresentationFormat>Affichage à l'écran (16:9)</PresentationFormat>
  <Paragraphs>34</Paragraphs>
  <Slides>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4" baseType="lpstr">
      <vt:lpstr>Arial</vt:lpstr>
      <vt:lpstr>Bradley Hand ITC</vt:lpstr>
      <vt:lpstr>Calibri</vt:lpstr>
      <vt:lpstr>Californian FB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SWEET</dc:creator>
  <cp:lastModifiedBy>Gaming</cp:lastModifiedBy>
  <cp:revision>17</cp:revision>
  <dcterms:created xsi:type="dcterms:W3CDTF">2012-12-15T15:29:56Z</dcterms:created>
  <dcterms:modified xsi:type="dcterms:W3CDTF">2025-12-07T09:16:28Z</dcterms:modified>
</cp:coreProperties>
</file>