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13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70F18-EA9F-4DB8-BCCC-BD6208E897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B664E-9BB2-40F4-8FBC-232C81A71640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fr-FR" sz="8000" b="1" dirty="0" smtClean="0"/>
              <a:t>353 </a:t>
            </a:r>
            <a:br>
              <a:rPr lang="fr-FR" sz="8000" b="1" dirty="0" smtClean="0"/>
            </a:br>
            <a:r>
              <a:rPr lang="fr-FR" sz="8000" b="1" dirty="0" err="1" smtClean="0"/>
              <a:t>Mba</a:t>
            </a:r>
            <a:r>
              <a:rPr lang="fr-FR" sz="8000" b="1" dirty="0" smtClean="0"/>
              <a:t> </a:t>
            </a:r>
            <a:r>
              <a:rPr lang="fr-FR" sz="8000" b="1" dirty="0" err="1" smtClean="0"/>
              <a:t>sainonao</a:t>
            </a:r>
            <a:r>
              <a:rPr lang="fr-FR" sz="8000" b="1" dirty="0" smtClean="0"/>
              <a:t> ange</a:t>
            </a:r>
            <a:endParaRPr lang="fr-FR" sz="8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rmAutofit/>
          </a:bodyPr>
          <a:lstStyle/>
          <a:p>
            <a:r>
              <a:rPr lang="fr-FR" sz="5400" b="1" dirty="0" smtClean="0"/>
              <a:t>1.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sainonao</a:t>
            </a:r>
            <a:r>
              <a:rPr lang="fr-FR" sz="5400" b="1" dirty="0" smtClean="0"/>
              <a:t> ange,</a:t>
            </a:r>
            <a:br>
              <a:rPr lang="fr-FR" sz="5400" b="1" dirty="0" smtClean="0"/>
            </a:br>
            <a:r>
              <a:rPr lang="fr-FR" sz="5400" b="1" dirty="0" smtClean="0"/>
              <a:t>    Sao </a:t>
            </a:r>
            <a:r>
              <a:rPr lang="fr-FR" sz="5400" b="1" dirty="0" err="1" smtClean="0"/>
              <a:t>tsy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fantatrao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zava</a:t>
            </a:r>
            <a:r>
              <a:rPr lang="fr-FR" sz="5400" b="1" dirty="0" smtClean="0"/>
              <a:t>-</a:t>
            </a:r>
            <a:r>
              <a:rPr lang="fr-FR" sz="5400" b="1" dirty="0" err="1" smtClean="0"/>
              <a:t>dehibe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Nataoko</a:t>
            </a:r>
            <a:r>
              <a:rPr lang="fr-FR" sz="5400" b="1" dirty="0" smtClean="0"/>
              <a:t> ho </a:t>
            </a:r>
            <a:r>
              <a:rPr lang="fr-FR" sz="5400" b="1" dirty="0" err="1" smtClean="0"/>
              <a:t>anao</a:t>
            </a:r>
            <a:r>
              <a:rPr lang="fr-FR" sz="5400" b="1" dirty="0" smtClean="0"/>
              <a:t> :</a:t>
            </a:r>
            <a:br>
              <a:rPr lang="fr-FR" sz="5400" b="1" dirty="0" smtClean="0"/>
            </a:br>
            <a:r>
              <a:rPr lang="fr-FR" sz="5400" b="1" dirty="0" smtClean="0"/>
              <a:t>   :,: </a:t>
            </a:r>
            <a:r>
              <a:rPr lang="fr-FR" sz="5400" b="1" dirty="0" err="1" smtClean="0"/>
              <a:t>Hevero</a:t>
            </a:r>
            <a:r>
              <a:rPr lang="fr-FR" sz="5400" b="1" dirty="0" smtClean="0"/>
              <a:t>, ka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>,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Izay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vitanao</a:t>
            </a:r>
            <a:r>
              <a:rPr lang="fr-FR" sz="5400" b="1" dirty="0" smtClean="0"/>
              <a:t> :,: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-51470"/>
            <a:ext cx="9144000" cy="5143500"/>
          </a:xfrm>
        </p:spPr>
        <p:txBody>
          <a:bodyPr>
            <a:noAutofit/>
          </a:bodyPr>
          <a:lstStyle/>
          <a:p>
            <a:r>
              <a:rPr lang="fr-FR" sz="5400" b="1" dirty="0" smtClean="0"/>
              <a:t>2.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lapako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tarý</a:t>
            </a:r>
            <a:r>
              <a:rPr lang="fr-FR" sz="5400" b="1" dirty="0" smtClean="0"/>
              <a:t>,</a:t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fahefako</a:t>
            </a:r>
            <a:r>
              <a:rPr lang="fr-FR" sz="5400" b="1" dirty="0" smtClean="0"/>
              <a:t> tao,</a:t>
            </a:r>
            <a:br>
              <a:rPr lang="fr-FR" sz="5400" b="1" dirty="0" smtClean="0"/>
            </a:br>
            <a:r>
              <a:rPr lang="fr-FR" sz="5400" b="1" dirty="0" smtClean="0"/>
              <a:t>   </a:t>
            </a:r>
            <a:r>
              <a:rPr lang="fr-FR" sz="5400" b="1" dirty="0" err="1" smtClean="0"/>
              <a:t>Nilaozako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tatý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Hanavotra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aina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anao</a:t>
            </a:r>
            <a:r>
              <a:rPr lang="fr-FR" sz="5400" b="1" dirty="0" smtClean="0"/>
              <a:t> :</a:t>
            </a:r>
            <a:br>
              <a:rPr lang="fr-FR" sz="5400" b="1" dirty="0" smtClean="0"/>
            </a:br>
            <a:r>
              <a:rPr lang="fr-FR" sz="5400" b="1" dirty="0" smtClean="0"/>
              <a:t>   :,: </a:t>
            </a:r>
            <a:r>
              <a:rPr lang="fr-FR" sz="5400" b="1" dirty="0" err="1" smtClean="0"/>
              <a:t>Hevero</a:t>
            </a:r>
            <a:r>
              <a:rPr lang="fr-FR" sz="5400" b="1" dirty="0" smtClean="0"/>
              <a:t>, ka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>,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Izay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foinao</a:t>
            </a:r>
            <a:r>
              <a:rPr lang="fr-FR" sz="5400" b="1" dirty="0" smtClean="0"/>
              <a:t> :,: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Autofit/>
          </a:bodyPr>
          <a:lstStyle/>
          <a:p>
            <a:r>
              <a:rPr lang="fr-FR" sz="5400" b="1" dirty="0" smtClean="0"/>
              <a:t>3. </a:t>
            </a:r>
            <a:r>
              <a:rPr lang="fr-FR" sz="5400" b="1" dirty="0" err="1" smtClean="0"/>
              <a:t>Heveronao</a:t>
            </a:r>
            <a:r>
              <a:rPr lang="fr-FR" sz="5400" b="1" dirty="0" smtClean="0"/>
              <a:t> ange,</a:t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nisoloanao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anao</a:t>
            </a:r>
            <a:r>
              <a:rPr lang="fr-FR" sz="5400" b="1" dirty="0" smtClean="0"/>
              <a:t> ;</a:t>
            </a:r>
            <a:br>
              <a:rPr lang="fr-FR" sz="5400" b="1" dirty="0" smtClean="0"/>
            </a:br>
            <a:r>
              <a:rPr lang="fr-FR" sz="5400" b="1" dirty="0" smtClean="0"/>
              <a:t>   </a:t>
            </a:r>
            <a:r>
              <a:rPr lang="fr-FR" sz="5400" b="1" dirty="0" err="1" smtClean="0"/>
              <a:t>Nangidy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indrindra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anie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nahazoana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anao</a:t>
            </a:r>
            <a:r>
              <a:rPr lang="fr-FR" sz="5400" b="1" dirty="0" smtClean="0"/>
              <a:t> :</a:t>
            </a:r>
            <a:br>
              <a:rPr lang="fr-FR" sz="5400" b="1" dirty="0" smtClean="0"/>
            </a:br>
            <a:r>
              <a:rPr lang="fr-FR" sz="5400" b="1" dirty="0" smtClean="0"/>
              <a:t>   :,: </a:t>
            </a:r>
            <a:r>
              <a:rPr lang="fr-FR" sz="5400" b="1" dirty="0" err="1" smtClean="0"/>
              <a:t>Hevero</a:t>
            </a:r>
            <a:r>
              <a:rPr lang="fr-FR" sz="5400" b="1" dirty="0" smtClean="0"/>
              <a:t>, ka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>,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Izay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nentinao</a:t>
            </a:r>
            <a:r>
              <a:rPr lang="fr-FR" sz="5400" b="1" dirty="0" smtClean="0"/>
              <a:t> :,: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>
            <a:noAutofit/>
          </a:bodyPr>
          <a:lstStyle/>
          <a:p>
            <a:r>
              <a:rPr lang="fr-FR" sz="5400" b="1" dirty="0" smtClean="0"/>
              <a:t>4. </a:t>
            </a:r>
            <a:r>
              <a:rPr lang="fr-FR" sz="5400" b="1" dirty="0" err="1" smtClean="0"/>
              <a:t>Endre</a:t>
            </a:r>
            <a:r>
              <a:rPr lang="fr-FR" sz="5400" b="1" dirty="0" smtClean="0"/>
              <a:t> !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aiko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koa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Nomeko</a:t>
            </a:r>
            <a:r>
              <a:rPr lang="fr-FR" sz="5400" b="1" dirty="0" smtClean="0"/>
              <a:t> ho </a:t>
            </a:r>
            <a:r>
              <a:rPr lang="fr-FR" sz="5400" b="1" dirty="0" err="1" smtClean="0"/>
              <a:t>anao</a:t>
            </a:r>
            <a:r>
              <a:rPr lang="fr-FR" sz="5400" b="1" dirty="0" smtClean="0"/>
              <a:t> ;</a:t>
            </a:r>
            <a:br>
              <a:rPr lang="fr-FR" sz="5400" b="1" dirty="0" smtClean="0"/>
            </a:br>
            <a:r>
              <a:rPr lang="fr-FR" sz="5400" b="1" dirty="0" smtClean="0"/>
              <a:t>   </a:t>
            </a:r>
            <a:r>
              <a:rPr lang="fr-FR" sz="5400" b="1" dirty="0" err="1" smtClean="0"/>
              <a:t>Tsy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misy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zava</a:t>
            </a:r>
            <a:r>
              <a:rPr lang="fr-FR" sz="5400" b="1" dirty="0" smtClean="0"/>
              <a:t>-</a:t>
            </a:r>
            <a:r>
              <a:rPr lang="fr-FR" sz="5400" b="1" dirty="0" err="1" smtClean="0"/>
              <a:t>tsoa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Tsy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foiko</a:t>
            </a:r>
            <a:r>
              <a:rPr lang="fr-FR" sz="5400" b="1" dirty="0" smtClean="0"/>
              <a:t> ho </a:t>
            </a:r>
            <a:r>
              <a:rPr lang="fr-FR" sz="5400" b="1" dirty="0" err="1" smtClean="0"/>
              <a:t>anao</a:t>
            </a:r>
            <a:r>
              <a:rPr lang="fr-FR" sz="5400" b="1" dirty="0" smtClean="0"/>
              <a:t> :</a:t>
            </a:r>
            <a:br>
              <a:rPr lang="fr-FR" sz="5400" b="1" dirty="0" smtClean="0"/>
            </a:br>
            <a:r>
              <a:rPr lang="fr-FR" sz="5400" b="1" dirty="0" smtClean="0"/>
              <a:t>   :,: </a:t>
            </a:r>
            <a:r>
              <a:rPr lang="fr-FR" sz="5400" b="1" dirty="0" err="1" smtClean="0"/>
              <a:t>Hevero</a:t>
            </a:r>
            <a:r>
              <a:rPr lang="fr-FR" sz="5400" b="1" dirty="0" smtClean="0"/>
              <a:t>, ka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>, </a:t>
            </a:r>
            <a:r>
              <a:rPr lang="fr-FR" sz="5400" b="1" dirty="0" err="1" smtClean="0"/>
              <a:t>lazao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Izay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taminao</a:t>
            </a:r>
            <a:r>
              <a:rPr lang="fr-FR" sz="5400" b="1" dirty="0" smtClean="0"/>
              <a:t> :,:</a:t>
            </a:r>
            <a:endParaRPr lang="fr-FR" sz="5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>
            <a:noAutofit/>
          </a:bodyPr>
          <a:lstStyle/>
          <a:p>
            <a:r>
              <a:rPr lang="fr-FR" sz="5400" b="1" dirty="0" smtClean="0"/>
              <a:t>5. </a:t>
            </a:r>
            <a:r>
              <a:rPr lang="fr-FR" sz="5400" b="1" dirty="0" err="1" smtClean="0"/>
              <a:t>Ry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Tompo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be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fitia</a:t>
            </a:r>
            <a:r>
              <a:rPr lang="fr-FR" sz="5400" b="1" dirty="0" smtClean="0"/>
              <a:t> !</a:t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Endrey</a:t>
            </a:r>
            <a:r>
              <a:rPr lang="fr-FR" sz="5400" b="1" dirty="0" smtClean="0"/>
              <a:t>, </a:t>
            </a:r>
            <a:r>
              <a:rPr lang="fr-FR" sz="5400" b="1" dirty="0" err="1" smtClean="0"/>
              <a:t>ity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vitanao</a:t>
            </a:r>
            <a:r>
              <a:rPr lang="fr-FR" sz="5400" b="1" dirty="0" smtClean="0"/>
              <a:t> ;</a:t>
            </a:r>
            <a:br>
              <a:rPr lang="fr-FR" sz="5400" b="1" dirty="0" smtClean="0"/>
            </a:br>
            <a:r>
              <a:rPr lang="fr-FR" sz="5400" b="1" dirty="0" smtClean="0"/>
              <a:t>   </a:t>
            </a:r>
            <a:r>
              <a:rPr lang="fr-FR" sz="5400" b="1" dirty="0" err="1" smtClean="0"/>
              <a:t>Izaho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izay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mpania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Tsy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mahavaly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izao</a:t>
            </a:r>
            <a:r>
              <a:rPr lang="fr-FR" sz="5400" b="1" dirty="0" smtClean="0"/>
              <a:t> :</a:t>
            </a:r>
            <a:br>
              <a:rPr lang="fr-FR" sz="5400" b="1" dirty="0" smtClean="0"/>
            </a:br>
            <a:r>
              <a:rPr lang="fr-FR" sz="5400" b="1" dirty="0" smtClean="0"/>
              <a:t>   :,: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aiko</a:t>
            </a:r>
            <a:r>
              <a:rPr lang="fr-FR" sz="5400" b="1" dirty="0" smtClean="0"/>
              <a:t> no </a:t>
            </a:r>
            <a:r>
              <a:rPr lang="fr-FR" sz="5400" b="1" dirty="0" err="1" smtClean="0"/>
              <a:t>mba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raisonao</a:t>
            </a:r>
            <a:r>
              <a:rPr lang="fr-FR" sz="5400" b="1" dirty="0" smtClean="0"/>
              <a:t/>
            </a:r>
            <a:br>
              <a:rPr lang="fr-FR" sz="5400" b="1" dirty="0" smtClean="0"/>
            </a:br>
            <a:r>
              <a:rPr lang="fr-FR" sz="5400" b="1" dirty="0" smtClean="0"/>
              <a:t>    </a:t>
            </a:r>
            <a:r>
              <a:rPr lang="fr-FR" sz="5400" b="1" dirty="0" err="1" smtClean="0"/>
              <a:t>Hanao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ny</a:t>
            </a:r>
            <a:r>
              <a:rPr lang="fr-FR" sz="5400" b="1" dirty="0" smtClean="0"/>
              <a:t> </a:t>
            </a:r>
            <a:r>
              <a:rPr lang="fr-FR" sz="5400" b="1" dirty="0" err="1" smtClean="0"/>
              <a:t>sitrakao</a:t>
            </a:r>
            <a:r>
              <a:rPr lang="fr-FR" sz="5400" b="1" dirty="0" smtClean="0"/>
              <a:t> :,:</a:t>
            </a:r>
            <a:endParaRPr lang="fr-FR" sz="5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</Words>
  <Application>Microsoft Office PowerPoint</Application>
  <PresentationFormat>Affichage à l'écran (16:9)</PresentationFormat>
  <Paragraphs>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Thème Office</vt:lpstr>
      <vt:lpstr>353  Mba sainonao ange</vt:lpstr>
      <vt:lpstr>1. Mba sainonao ange,     Sao tsy mba fantatrao    Ny zava-dehibe     Nataoko ho anao :    :,: Hevero, ka lazao, lazao     Izay mba vitanao :,:</vt:lpstr>
      <vt:lpstr>2. Ny lapako tarý,     Ny fahefako tao,    Nilaozako tatý     Hanavotra aina anao :    :,: Hevero, ka lazao, lazao     Izay mba foinao :,:</vt:lpstr>
      <vt:lpstr>3. Heveronao ange,     Ny nisoloanao anao ;    Nangidy indrindra anie     Ny nahazoana anao :    :,: Hevero, ka lazao, lazao     Izay mba nentinao :,:</vt:lpstr>
      <vt:lpstr>4. Endre ! ny aiko koa     Nomeko ho anao ;    Tsy misy zava-tsoa     Tsy foiko ho anao :    :,: Hevero, ka lazao, lazao     Izay mba taminao :,:</vt:lpstr>
      <vt:lpstr>5. Ry Tompo be fitia !     Endrey, ity vitanao ;    Izaho izay mpania     Tsy mahavaly izao :    :,: Ny aiko no mba raisonao     Hanao ny sitrakao :,: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353  Mba sainonao ange</dc:title>
  <dc:creator>TANTA Milefitra</dc:creator>
  <cp:lastModifiedBy>Gaming</cp:lastModifiedBy>
  <cp:revision>3</cp:revision>
  <dcterms:created xsi:type="dcterms:W3CDTF">2014-08-11T09:01:56Z</dcterms:created>
  <dcterms:modified xsi:type="dcterms:W3CDTF">2026-03-01T08:52:48Z</dcterms:modified>
</cp:coreProperties>
</file>