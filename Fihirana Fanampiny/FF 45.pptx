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76" r:id="rId3"/>
    <p:sldId id="274" r:id="rId4"/>
    <p:sldId id="273" r:id="rId5"/>
    <p:sldId id="262" r:id="rId6"/>
    <p:sldId id="277" r:id="rId7"/>
    <p:sldId id="275" r:id="rId8"/>
  </p:sldIdLst>
  <p:sldSz cx="12192000" cy="6858000"/>
  <p:notesSz cx="6858000" cy="9144000"/>
  <p:photoAlbum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714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Cliquez pour 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E9137A-D7C1-4F8C-A62B-C89ADD9F06F3}" type="datetimeFigureOut">
              <a:rPr lang="fr-FR" smtClean="0"/>
              <a:pPr/>
              <a:t>11/10/2025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4714885"/>
            <a:ext cx="121920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8000" b="1" i="1" dirty="0">
                <a:latin typeface="Arno Pro Smbd Display" panose="02020702050506020403" pitchFamily="18" charset="0"/>
              </a:rPr>
              <a:t>HIRA FIDERANA</a:t>
            </a:r>
            <a:endParaRPr lang="fr-FR" sz="8000" i="1" dirty="0">
              <a:latin typeface="Arno Pro Smbd Display" panose="02020702050506020403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-142876" y="1124744"/>
            <a:ext cx="12192000" cy="37702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i-FI" sz="23900" b="1" dirty="0">
                <a:latin typeface="Arno Pro Smbd Display" panose="02020702050506020403" pitchFamily="18" charset="0"/>
              </a:rPr>
              <a:t>FF 45</a:t>
            </a:r>
            <a:endParaRPr lang="fr-FR" sz="23900" dirty="0">
              <a:latin typeface="Arno Pro Smbd Display" panose="02020702050506020403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188640"/>
            <a:ext cx="1219200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6000" b="1" dirty="0"/>
              <a:t> 1</a:t>
            </a:r>
            <a:r>
              <a:rPr lang="en-US" sz="6000" b="1" dirty="0" smtClean="0"/>
              <a:t>. </a:t>
            </a:r>
            <a:r>
              <a:rPr lang="en-US" sz="6000" b="1" dirty="0" err="1" smtClean="0">
                <a:latin typeface="Arno Pro Smbd Display" panose="02020702050506020403" pitchFamily="18" charset="0"/>
              </a:rPr>
              <a:t>Hira</a:t>
            </a:r>
            <a:r>
              <a:rPr lang="en-US" sz="6000" b="1" dirty="0" smtClean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fiderana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endParaRPr lang="en-US" sz="6000" b="1" dirty="0" smtClean="0">
              <a:latin typeface="Arno Pro Smbd Display" panose="02020702050506020403" pitchFamily="18" charset="0"/>
            </a:endParaRPr>
          </a:p>
          <a:p>
            <a:pPr algn="ctr"/>
            <a:r>
              <a:rPr lang="en-US" sz="6000" b="1" dirty="0" smtClean="0">
                <a:latin typeface="Arno Pro Smbd Display" panose="02020702050506020403" pitchFamily="18" charset="0"/>
              </a:rPr>
              <a:t>ho </a:t>
            </a:r>
            <a:r>
              <a:rPr lang="en-US" sz="6000" b="1" dirty="0" err="1">
                <a:latin typeface="Arno Pro Smbd Display" panose="02020702050506020403" pitchFamily="18" charset="0"/>
              </a:rPr>
              <a:t>Anao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ry</a:t>
            </a:r>
            <a:r>
              <a:rPr lang="en-US" sz="6000" b="1" dirty="0">
                <a:latin typeface="Arno Pro Smbd Display" panose="02020702050506020403" pitchFamily="18" charset="0"/>
              </a:rPr>
              <a:t> Ray</a:t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Tsy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afaka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ato</a:t>
            </a:r>
            <a:r>
              <a:rPr lang="en-US" sz="6000" b="1" dirty="0">
                <a:latin typeface="Arno Pro Smbd Display" panose="02020702050506020403" pitchFamily="18" charset="0"/>
              </a:rPr>
              <a:t> am-</a:t>
            </a:r>
            <a:r>
              <a:rPr lang="en-US" sz="6000" b="1" dirty="0" err="1">
                <a:latin typeface="Arno Pro Smbd Display" panose="02020702050506020403" pitchFamily="18" charset="0"/>
              </a:rPr>
              <a:t>bavako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mandrakizay</a:t>
            </a:r>
            <a:r>
              <a:rPr lang="en-US" sz="6000" b="1" dirty="0">
                <a:latin typeface="Arno Pro Smbd Display" panose="02020702050506020403" pitchFamily="18" charset="0"/>
              </a:rPr>
              <a:t/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Hira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mampifaly</a:t>
            </a:r>
            <a:r>
              <a:rPr lang="en-US" sz="6000" b="1" dirty="0">
                <a:latin typeface="Arno Pro Smbd Display" panose="02020702050506020403" pitchFamily="18" charset="0"/>
              </a:rPr>
              <a:t>, </a:t>
            </a:r>
            <a:endParaRPr lang="en-US" sz="6000" b="1" dirty="0" smtClean="0">
              <a:latin typeface="Arno Pro Smbd Display" panose="02020702050506020403" pitchFamily="18" charset="0"/>
            </a:endParaRPr>
          </a:p>
          <a:p>
            <a:pPr algn="ctr"/>
            <a:r>
              <a:rPr lang="en-US" sz="6000" b="1" dirty="0" err="1" smtClean="0">
                <a:latin typeface="Arno Pro Smbd Display" panose="02020702050506020403" pitchFamily="18" charset="0"/>
              </a:rPr>
              <a:t>mampitony</a:t>
            </a:r>
            <a:r>
              <a:rPr lang="en-US" sz="6000" b="1" dirty="0" smtClean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jaly</a:t>
            </a:r>
            <a:r>
              <a:rPr lang="en-US" sz="6000" b="1" dirty="0">
                <a:latin typeface="Arno Pro Smbd Display" panose="02020702050506020403" pitchFamily="18" charset="0"/>
              </a:rPr>
              <a:t/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Mampiravoravo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fo</a:t>
            </a:r>
            <a:endParaRPr lang="fr-FR" sz="6000" b="1" dirty="0">
              <a:latin typeface="Arno Pro Smbd Display" panose="02020702050506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960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4624"/>
            <a:ext cx="1219200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6000" b="1" dirty="0" err="1">
                <a:latin typeface="Arno Pro Smbd Display" panose="02020702050506020403" pitchFamily="18" charset="0"/>
              </a:rPr>
              <a:t>Ny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talenta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izay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endParaRPr lang="en-US" sz="6000" b="1" dirty="0" smtClean="0">
              <a:latin typeface="Arno Pro Smbd Display" panose="02020702050506020403" pitchFamily="18" charset="0"/>
            </a:endParaRPr>
          </a:p>
          <a:p>
            <a:pPr algn="ctr"/>
            <a:r>
              <a:rPr lang="en-US" sz="6000" b="1" dirty="0" err="1" smtClean="0">
                <a:latin typeface="Arno Pro Smbd Display" panose="02020702050506020403" pitchFamily="18" charset="0"/>
              </a:rPr>
              <a:t>efa</a:t>
            </a:r>
            <a:r>
              <a:rPr lang="en-US" sz="6000" b="1" dirty="0" smtClean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nomenao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ahy</a:t>
            </a:r>
            <a:r>
              <a:rPr lang="en-US" sz="6000" b="1" dirty="0">
                <a:latin typeface="Arno Pro Smbd Display" panose="02020702050506020403" pitchFamily="18" charset="0"/>
              </a:rPr>
              <a:t/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Hiderako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Anao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endParaRPr lang="en-US" sz="6000" b="1" dirty="0" smtClean="0">
              <a:latin typeface="Arno Pro Smbd Display" panose="02020702050506020403" pitchFamily="18" charset="0"/>
            </a:endParaRPr>
          </a:p>
          <a:p>
            <a:pPr algn="ctr"/>
            <a:r>
              <a:rPr lang="en-US" sz="6000" b="1" dirty="0" err="1" smtClean="0">
                <a:latin typeface="Arno Pro Smbd Display" panose="02020702050506020403" pitchFamily="18" charset="0"/>
              </a:rPr>
              <a:t>n’aiza</a:t>
            </a:r>
            <a:r>
              <a:rPr lang="en-US" sz="6000" b="1" dirty="0" smtClean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misy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ahy</a:t>
            </a:r>
            <a:r>
              <a:rPr lang="en-US" sz="6000" b="1" dirty="0">
                <a:latin typeface="Arno Pro Smbd Display" panose="02020702050506020403" pitchFamily="18" charset="0"/>
              </a:rPr>
              <a:t/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Mba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hamelon’aina</a:t>
            </a:r>
            <a:r>
              <a:rPr lang="en-US" sz="6000" b="1" dirty="0">
                <a:latin typeface="Arno Pro Smbd Display" panose="02020702050506020403" pitchFamily="18" charset="0"/>
              </a:rPr>
              <a:t>, </a:t>
            </a:r>
            <a:endParaRPr lang="en-US" sz="6000" b="1" dirty="0" smtClean="0">
              <a:latin typeface="Arno Pro Smbd Display" panose="02020702050506020403" pitchFamily="18" charset="0"/>
            </a:endParaRPr>
          </a:p>
          <a:p>
            <a:pPr algn="ctr"/>
            <a:r>
              <a:rPr lang="en-US" sz="6000" b="1" dirty="0" err="1" smtClean="0">
                <a:latin typeface="Arno Pro Smbd Display" panose="02020702050506020403" pitchFamily="18" charset="0"/>
              </a:rPr>
              <a:t>hampitony</a:t>
            </a:r>
            <a:r>
              <a:rPr lang="en-US" sz="6000" b="1" dirty="0" smtClean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saina</a:t>
            </a:r>
            <a:r>
              <a:rPr lang="en-US" sz="6000" b="1" dirty="0">
                <a:latin typeface="Arno Pro Smbd Display" panose="02020702050506020403" pitchFamily="18" charset="0"/>
              </a:rPr>
              <a:t/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Hampiray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ny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miaina</a:t>
            </a:r>
            <a:endParaRPr lang="fr-FR" sz="6000" b="1" dirty="0">
              <a:latin typeface="Arno Pro Smbd Display" panose="02020702050506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94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10224" y="267027"/>
            <a:ext cx="12192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Hira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tsotra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ihany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, </a:t>
            </a:r>
            <a:endParaRPr lang="en-US" sz="6600" b="1" i="1" dirty="0" smtClean="0">
              <a:solidFill>
                <a:schemeClr val="tx1">
                  <a:lumMod val="95000"/>
                  <a:lumOff val="5000"/>
                </a:schemeClr>
              </a:solidFill>
              <a:latin typeface="Arno Pro Smbd Display" panose="02020702050506020403" pitchFamily="18" charset="0"/>
            </a:endParaRPr>
          </a:p>
          <a:p>
            <a:pPr algn="ctr"/>
            <a:r>
              <a:rPr lang="en-US" sz="6600" b="1" i="1" dirty="0" err="1" smtClean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nefa</a:t>
            </a:r>
            <a:r>
              <a:rPr lang="en-US" sz="6600" b="1" i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na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dia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izany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/>
            </a:r>
            <a:b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</a:b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Ho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Anao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tokoa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 no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hikaloako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/>
            </a:r>
            <a:b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</a:b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Raiso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 re,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ry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Tompo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,</a:t>
            </a:r>
            <a:b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</a:b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F’io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 no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porofom-pitiavako</a:t>
            </a:r>
            <a:r>
              <a:rPr lang="en-US" sz="66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 </a:t>
            </a:r>
            <a:r>
              <a:rPr lang="en-US" sz="6600" b="1" i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no Pro Smbd Display" panose="02020702050506020403" pitchFamily="18" charset="0"/>
              </a:rPr>
              <a:t>Anao</a:t>
            </a:r>
            <a:endParaRPr lang="fr-FR" sz="6600" b="1" i="1" dirty="0">
              <a:solidFill>
                <a:schemeClr val="tx1">
                  <a:lumMod val="95000"/>
                  <a:lumOff val="5000"/>
                </a:schemeClr>
              </a:solidFill>
              <a:latin typeface="Arno Pro Smbd Display" panose="02020702050506020403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116632"/>
            <a:ext cx="1219200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6000" b="1" dirty="0"/>
              <a:t> 2.</a:t>
            </a:r>
            <a:r>
              <a:rPr lang="en-US" sz="6000" b="1" dirty="0">
                <a:latin typeface="Arno Pro Smbd Display" panose="02020702050506020403" pitchFamily="18" charset="0"/>
              </a:rPr>
              <a:t>Hira </a:t>
            </a:r>
            <a:r>
              <a:rPr lang="en-US" sz="6000" b="1" dirty="0" err="1">
                <a:latin typeface="Arno Pro Smbd Display" panose="02020702050506020403" pitchFamily="18" charset="0"/>
              </a:rPr>
              <a:t>fiderana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endParaRPr lang="en-US" sz="6000" b="1" dirty="0" smtClean="0">
              <a:latin typeface="Arno Pro Smbd Display" panose="02020702050506020403" pitchFamily="18" charset="0"/>
            </a:endParaRPr>
          </a:p>
          <a:p>
            <a:pPr algn="ctr"/>
            <a:r>
              <a:rPr lang="en-US" sz="6000" b="1" dirty="0" smtClean="0">
                <a:latin typeface="Arno Pro Smbd Display" panose="02020702050506020403" pitchFamily="18" charset="0"/>
              </a:rPr>
              <a:t>ho </a:t>
            </a:r>
            <a:r>
              <a:rPr lang="en-US" sz="6000" b="1" dirty="0" err="1">
                <a:latin typeface="Arno Pro Smbd Display" panose="02020702050506020403" pitchFamily="18" charset="0"/>
              </a:rPr>
              <a:t>Anao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ry</a:t>
            </a:r>
            <a:r>
              <a:rPr lang="en-US" sz="6000" b="1" dirty="0">
                <a:latin typeface="Arno Pro Smbd Display" panose="02020702050506020403" pitchFamily="18" charset="0"/>
              </a:rPr>
              <a:t> Ray</a:t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Tsy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afaka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ato</a:t>
            </a:r>
            <a:r>
              <a:rPr lang="en-US" sz="6000" b="1" dirty="0">
                <a:latin typeface="Arno Pro Smbd Display" panose="02020702050506020403" pitchFamily="18" charset="0"/>
              </a:rPr>
              <a:t> am-</a:t>
            </a:r>
            <a:r>
              <a:rPr lang="en-US" sz="6000" b="1" dirty="0" err="1">
                <a:latin typeface="Arno Pro Smbd Display" panose="02020702050506020403" pitchFamily="18" charset="0"/>
              </a:rPr>
              <a:t>bavako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mandrakizay</a:t>
            </a:r>
            <a:r>
              <a:rPr lang="en-US" sz="6000" b="1" dirty="0">
                <a:latin typeface="Arno Pro Smbd Display" panose="02020702050506020403" pitchFamily="18" charset="0"/>
              </a:rPr>
              <a:t/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Hira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mampifaly</a:t>
            </a:r>
            <a:r>
              <a:rPr lang="en-US" sz="6000" b="1" dirty="0">
                <a:latin typeface="Arno Pro Smbd Display" panose="02020702050506020403" pitchFamily="18" charset="0"/>
              </a:rPr>
              <a:t>, </a:t>
            </a:r>
            <a:endParaRPr lang="en-US" sz="6000" b="1" dirty="0" smtClean="0">
              <a:latin typeface="Arno Pro Smbd Display" panose="02020702050506020403" pitchFamily="18" charset="0"/>
            </a:endParaRPr>
          </a:p>
          <a:p>
            <a:pPr algn="ctr"/>
            <a:r>
              <a:rPr lang="en-US" sz="6000" b="1" dirty="0" err="1" smtClean="0">
                <a:latin typeface="Arno Pro Smbd Display" panose="02020702050506020403" pitchFamily="18" charset="0"/>
              </a:rPr>
              <a:t>mampitony</a:t>
            </a:r>
            <a:r>
              <a:rPr lang="en-US" sz="6000" b="1" dirty="0" smtClean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jaly</a:t>
            </a:r>
            <a:r>
              <a:rPr lang="en-US" sz="6000" b="1" dirty="0">
                <a:latin typeface="Arno Pro Smbd Display" panose="02020702050506020403" pitchFamily="18" charset="0"/>
              </a:rPr>
              <a:t/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Mampiravoravo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fo</a:t>
            </a:r>
            <a:endParaRPr lang="fr-FR" sz="6000" b="1" dirty="0">
              <a:latin typeface="Arno Pro Smbd Display" panose="02020702050506020403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60985"/>
            <a:ext cx="12192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6000" b="1" dirty="0" err="1">
                <a:latin typeface="Arno Pro Smbd Display" panose="02020702050506020403" pitchFamily="18" charset="0"/>
              </a:rPr>
              <a:t>Ny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talenta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izay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endParaRPr lang="en-US" sz="6000" b="1" dirty="0" smtClean="0">
              <a:latin typeface="Arno Pro Smbd Display" panose="02020702050506020403" pitchFamily="18" charset="0"/>
            </a:endParaRPr>
          </a:p>
          <a:p>
            <a:pPr algn="ctr"/>
            <a:r>
              <a:rPr lang="en-US" sz="6000" b="1" dirty="0" err="1" smtClean="0">
                <a:latin typeface="Arno Pro Smbd Display" panose="02020702050506020403" pitchFamily="18" charset="0"/>
              </a:rPr>
              <a:t>efa</a:t>
            </a:r>
            <a:r>
              <a:rPr lang="en-US" sz="6000" b="1" dirty="0" smtClean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nomenao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ahy</a:t>
            </a:r>
            <a:r>
              <a:rPr lang="en-US" sz="6000" b="1" dirty="0">
                <a:latin typeface="Arno Pro Smbd Display" panose="02020702050506020403" pitchFamily="18" charset="0"/>
              </a:rPr>
              <a:t/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Hiderako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Anao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n’aiza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misy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ahy</a:t>
            </a:r>
            <a:r>
              <a:rPr lang="en-US" sz="6000" b="1" dirty="0">
                <a:latin typeface="Arno Pro Smbd Display" panose="02020702050506020403" pitchFamily="18" charset="0"/>
              </a:rPr>
              <a:t/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Mba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hamelon’aina</a:t>
            </a:r>
            <a:r>
              <a:rPr lang="en-US" sz="6000" b="1" dirty="0">
                <a:latin typeface="Arno Pro Smbd Display" panose="02020702050506020403" pitchFamily="18" charset="0"/>
              </a:rPr>
              <a:t>, </a:t>
            </a:r>
            <a:endParaRPr lang="en-US" sz="6000" b="1" dirty="0" smtClean="0">
              <a:latin typeface="Arno Pro Smbd Display" panose="02020702050506020403" pitchFamily="18" charset="0"/>
            </a:endParaRPr>
          </a:p>
          <a:p>
            <a:pPr algn="ctr"/>
            <a:r>
              <a:rPr lang="en-US" sz="6000" b="1" dirty="0" err="1" smtClean="0">
                <a:latin typeface="Arno Pro Smbd Display" panose="02020702050506020403" pitchFamily="18" charset="0"/>
              </a:rPr>
              <a:t>hampitony</a:t>
            </a:r>
            <a:r>
              <a:rPr lang="en-US" sz="6000" b="1" dirty="0" smtClean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saina</a:t>
            </a:r>
            <a:r>
              <a:rPr lang="en-US" sz="6000" b="1" dirty="0">
                <a:latin typeface="Arno Pro Smbd Display" panose="02020702050506020403" pitchFamily="18" charset="0"/>
              </a:rPr>
              <a:t/>
            </a:r>
            <a:br>
              <a:rPr lang="en-US" sz="6000" b="1" dirty="0">
                <a:latin typeface="Arno Pro Smbd Display" panose="02020702050506020403" pitchFamily="18" charset="0"/>
              </a:rPr>
            </a:br>
            <a:r>
              <a:rPr lang="en-US" sz="6000" b="1" dirty="0" err="1">
                <a:latin typeface="Arno Pro Smbd Display" panose="02020702050506020403" pitchFamily="18" charset="0"/>
              </a:rPr>
              <a:t>Hampiray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ny</a:t>
            </a:r>
            <a:r>
              <a:rPr lang="en-US" sz="6000" b="1" dirty="0">
                <a:latin typeface="Arno Pro Smbd Display" panose="02020702050506020403" pitchFamily="18" charset="0"/>
              </a:rPr>
              <a:t> </a:t>
            </a:r>
            <a:r>
              <a:rPr lang="en-US" sz="6000" b="1" dirty="0" err="1">
                <a:latin typeface="Arno Pro Smbd Display" panose="02020702050506020403" pitchFamily="18" charset="0"/>
              </a:rPr>
              <a:t>miaina</a:t>
            </a:r>
            <a:endParaRPr lang="fr-FR" sz="6000" b="1" dirty="0">
              <a:latin typeface="Arno Pro Smbd Display" panose="02020702050506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0196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8914" y="116632"/>
            <a:ext cx="1219200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6000" b="1" i="1" dirty="0" err="1">
                <a:latin typeface="Arno Pro Smbd Display" panose="02020702050506020403" pitchFamily="18" charset="0"/>
              </a:rPr>
              <a:t>Hira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avy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ato</a:t>
            </a:r>
            <a:r>
              <a:rPr lang="en-US" sz="6000" b="1" i="1" dirty="0">
                <a:latin typeface="Arno Pro Smbd Display" panose="02020702050506020403" pitchFamily="18" charset="0"/>
              </a:rPr>
              <a:t> am-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poko</a:t>
            </a:r>
            <a:r>
              <a:rPr lang="en-US" sz="6000" b="1" i="1" dirty="0">
                <a:latin typeface="Arno Pro Smbd Display" panose="02020702050506020403" pitchFamily="18" charset="0"/>
              </a:rPr>
              <a:t>, </a:t>
            </a:r>
            <a:endParaRPr lang="en-US" sz="6000" b="1" i="1" dirty="0" smtClean="0">
              <a:latin typeface="Arno Pro Smbd Display" panose="02020702050506020403" pitchFamily="18" charset="0"/>
            </a:endParaRPr>
          </a:p>
          <a:p>
            <a:pPr lvl="1" algn="ctr"/>
            <a:r>
              <a:rPr lang="en-US" sz="6000" b="1" i="1" dirty="0" err="1" smtClean="0">
                <a:latin typeface="Arno Pro Smbd Display" panose="02020702050506020403" pitchFamily="18" charset="0"/>
              </a:rPr>
              <a:t>indro</a:t>
            </a:r>
            <a:r>
              <a:rPr lang="en-US" sz="6000" b="1" i="1" dirty="0" smtClean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fa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vetsoiko</a:t>
            </a:r>
            <a:r>
              <a:rPr lang="en-US" sz="6000" b="1" i="1" dirty="0">
                <a:latin typeface="Arno Pro Smbd Display" panose="02020702050506020403" pitchFamily="18" charset="0"/>
              </a:rPr>
              <a:t/>
            </a:r>
            <a:br>
              <a:rPr lang="en-US" sz="6000" b="1" i="1" dirty="0">
                <a:latin typeface="Arno Pro Smbd Display" panose="02020702050506020403" pitchFamily="18" charset="0"/>
              </a:rPr>
            </a:br>
            <a:r>
              <a:rPr lang="en-US" sz="6000" b="1" i="1" dirty="0">
                <a:latin typeface="Arno Pro Smbd Display" panose="02020702050506020403" pitchFamily="18" charset="0"/>
              </a:rPr>
              <a:t>Ho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Anao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ry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Raiko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izay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antsoiko</a:t>
            </a:r>
            <a:r>
              <a:rPr lang="en-US" sz="6000" b="1" i="1" dirty="0">
                <a:latin typeface="Arno Pro Smbd Display" panose="02020702050506020403" pitchFamily="18" charset="0"/>
              </a:rPr>
              <a:t/>
            </a:r>
            <a:br>
              <a:rPr lang="en-US" sz="6000" b="1" i="1" dirty="0">
                <a:latin typeface="Arno Pro Smbd Display" panose="02020702050506020403" pitchFamily="18" charset="0"/>
              </a:rPr>
            </a:br>
            <a:r>
              <a:rPr lang="en-US" sz="6000" b="1" i="1" dirty="0" err="1">
                <a:latin typeface="Arno Pro Smbd Display" panose="02020702050506020403" pitchFamily="18" charset="0"/>
              </a:rPr>
              <a:t>Hira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tena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mamy</a:t>
            </a:r>
            <a:r>
              <a:rPr lang="en-US" sz="6000" b="1" i="1" dirty="0">
                <a:latin typeface="Arno Pro Smbd Display" panose="02020702050506020403" pitchFamily="18" charset="0"/>
              </a:rPr>
              <a:t>, </a:t>
            </a:r>
            <a:endParaRPr lang="en-US" sz="6000" b="1" i="1" dirty="0" smtClean="0">
              <a:latin typeface="Arno Pro Smbd Display" panose="02020702050506020403" pitchFamily="18" charset="0"/>
            </a:endParaRPr>
          </a:p>
          <a:p>
            <a:pPr lvl="1" algn="ctr"/>
            <a:r>
              <a:rPr lang="en-US" sz="6000" b="1" i="1" dirty="0" err="1" smtClean="0">
                <a:latin typeface="Arno Pro Smbd Display" panose="02020702050506020403" pitchFamily="18" charset="0"/>
              </a:rPr>
              <a:t>manambara</a:t>
            </a:r>
            <a:r>
              <a:rPr lang="en-US" sz="6000" b="1" i="1" dirty="0" smtClean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hatrany</a:t>
            </a:r>
            <a:r>
              <a:rPr lang="en-US" sz="6000" b="1" i="1" dirty="0">
                <a:latin typeface="Arno Pro Smbd Display" panose="02020702050506020403" pitchFamily="18" charset="0"/>
              </a:rPr>
              <a:t/>
            </a:r>
            <a:br>
              <a:rPr lang="en-US" sz="6000" b="1" i="1" dirty="0">
                <a:latin typeface="Arno Pro Smbd Display" panose="02020702050506020403" pitchFamily="18" charset="0"/>
              </a:rPr>
            </a:br>
            <a:r>
              <a:rPr lang="en-US" sz="6000" b="1" i="1" dirty="0" err="1">
                <a:latin typeface="Arno Pro Smbd Display" panose="02020702050506020403" pitchFamily="18" charset="0"/>
              </a:rPr>
              <a:t>Fa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tena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tiako</a:t>
            </a:r>
            <a:r>
              <a:rPr lang="en-US" sz="6000" b="1" i="1" dirty="0">
                <a:latin typeface="Arno Pro Smbd Display" panose="02020702050506020403" pitchFamily="18" charset="0"/>
              </a:rPr>
              <a:t> </a:t>
            </a:r>
            <a:r>
              <a:rPr lang="en-US" sz="6000" b="1" i="1" dirty="0" err="1">
                <a:latin typeface="Arno Pro Smbd Display" panose="02020702050506020403" pitchFamily="18" charset="0"/>
              </a:rPr>
              <a:t>Ianao</a:t>
            </a:r>
            <a:endParaRPr lang="fr-FR" sz="6000" b="1" i="1" dirty="0">
              <a:latin typeface="Arno Pro Smbd Display" panose="02020702050506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17760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48</Words>
  <Application>Microsoft Office PowerPoint</Application>
  <PresentationFormat>Grand écran</PresentationFormat>
  <Paragraphs>20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Arno Pro Smbd Display</vt:lpstr>
      <vt:lpstr>Arial</vt:lpstr>
      <vt:lpstr>Calibri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SWEET</dc:creator>
  <cp:lastModifiedBy>Gaming</cp:lastModifiedBy>
  <cp:revision>17</cp:revision>
  <dcterms:created xsi:type="dcterms:W3CDTF">2012-12-15T15:29:56Z</dcterms:created>
  <dcterms:modified xsi:type="dcterms:W3CDTF">2025-10-11T17:25:42Z</dcterms:modified>
</cp:coreProperties>
</file>