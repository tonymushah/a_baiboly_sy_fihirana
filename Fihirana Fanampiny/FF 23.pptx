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66" r:id="rId5"/>
    <p:sldId id="267" r:id="rId6"/>
    <p:sldId id="258" r:id="rId7"/>
    <p:sldId id="264" r:id="rId8"/>
    <p:sldId id="265" r:id="rId9"/>
    <p:sldId id="268" r:id="rId10"/>
    <p:sldId id="259" r:id="rId11"/>
    <p:sldId id="263" r:id="rId12"/>
    <p:sldId id="261" r:id="rId13"/>
    <p:sldId id="262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55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65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76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04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01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11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66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5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6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07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51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6929C-1DC5-43C3-992C-B78F6F57E51A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80BB5-F1B1-4750-BA78-465FF1F22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98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87517" y="1804030"/>
            <a:ext cx="9144000" cy="2692892"/>
          </a:xfrm>
        </p:spPr>
        <p:txBody>
          <a:bodyPr/>
          <a:lstStyle/>
          <a:p>
            <a:r>
              <a:rPr lang="fr-FR" sz="9600" b="1" dirty="0" smtClean="0">
                <a:effectLst>
                  <a:reflection blurRad="6350" stA="60000" endA="900" endPos="60000" dist="29997" dir="5400000" sy="-100000" algn="bl" rotWithShape="0"/>
                </a:effectLst>
                <a:latin typeface="Aachen BT" pitchFamily="18" charset="0"/>
              </a:rPr>
              <a:t>FF 23</a:t>
            </a:r>
            <a:r>
              <a:rPr lang="fr-FR" b="1" dirty="0" smtClean="0">
                <a:effectLst>
                  <a:reflection blurRad="6350" stA="60000" endA="900" endPos="60000" dist="29997" dir="5400000" sy="-100000" algn="bl" rotWithShape="0"/>
                </a:effectLst>
                <a:latin typeface="Aachen BT" pitchFamily="18" charset="0"/>
              </a:rPr>
              <a:t/>
            </a:r>
            <a:br>
              <a:rPr lang="fr-FR" b="1" dirty="0" smtClean="0">
                <a:effectLst>
                  <a:reflection blurRad="6350" stA="60000" endA="900" endPos="60000" dist="29997" dir="5400000" sy="-100000" algn="bl" rotWithShape="0"/>
                </a:effectLst>
                <a:latin typeface="Aachen BT" pitchFamily="18" charset="0"/>
              </a:rPr>
            </a:br>
            <a:endParaRPr lang="fr-FR" b="1" dirty="0">
              <a:effectLst>
                <a:reflection blurRad="6350" stA="60000" endA="900" endPos="60000" dist="29997" dir="5400000" sy="-100000" algn="bl" rotWithShape="0"/>
              </a:effectLst>
              <a:latin typeface="Aachen BT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3617803"/>
            <a:ext cx="12192000" cy="1758238"/>
          </a:xfrm>
        </p:spPr>
        <p:txBody>
          <a:bodyPr>
            <a:prstTxWarp prst="textArchDown">
              <a:avLst>
                <a:gd name="adj" fmla="val 20563795"/>
              </a:avLst>
            </a:prstTxWarp>
            <a:normAutofit/>
          </a:bodyPr>
          <a:lstStyle/>
          <a:p>
            <a:r>
              <a:rPr lang="en-GB" sz="4800" b="1" dirty="0"/>
              <a:t>ANDRIAMANITRA O </a:t>
            </a:r>
            <a:r>
              <a:rPr lang="en-GB" sz="4800" b="1" dirty="0" smtClean="0"/>
              <a:t>!  </a:t>
            </a:r>
            <a:r>
              <a:rPr lang="en-GB" sz="4800" b="1" dirty="0"/>
              <a:t>RY </a:t>
            </a:r>
            <a:r>
              <a:rPr lang="en-GB" sz="4800" b="1" dirty="0" smtClean="0"/>
              <a:t>TOMPO ZANAHARY</a:t>
            </a:r>
            <a:endParaRPr lang="fr-FR" sz="4800" dirty="0" smtClean="0">
              <a:effectLst/>
            </a:endParaRP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90598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27550"/>
            <a:ext cx="12192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 smtClean="0"/>
              <a:t>1. </a:t>
            </a:r>
            <a:r>
              <a:rPr lang="en-GB" sz="5400" b="1" dirty="0" err="1">
                <a:latin typeface="AR BLANCA" panose="02000000000000000000" pitchFamily="2" charset="0"/>
              </a:rPr>
              <a:t>Andriamanitra</a:t>
            </a:r>
            <a:r>
              <a:rPr lang="en-GB" sz="5400" b="1" dirty="0">
                <a:latin typeface="AR BLANCA" panose="02000000000000000000" pitchFamily="2" charset="0"/>
              </a:rPr>
              <a:t> ô !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>
                <a:latin typeface="AR BLANCA" panose="02000000000000000000" pitchFamily="2" charset="0"/>
              </a:rPr>
              <a:t>   </a:t>
            </a:r>
            <a:r>
              <a:rPr lang="en-GB" sz="5400" b="1" dirty="0" err="1">
                <a:latin typeface="AR BLANCA" panose="02000000000000000000" pitchFamily="2" charset="0"/>
              </a:rPr>
              <a:t>Ry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Tompo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Zanahary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>
                <a:latin typeface="AR BLANCA" panose="02000000000000000000" pitchFamily="2" charset="0"/>
              </a:rPr>
              <a:t>   Be </a:t>
            </a:r>
            <a:r>
              <a:rPr lang="en-GB" sz="5400" b="1" dirty="0" err="1">
                <a:latin typeface="AR BLANCA" panose="02000000000000000000" pitchFamily="2" charset="0"/>
              </a:rPr>
              <a:t>ny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fitiavana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>
                <a:latin typeface="AR BLANCA" panose="02000000000000000000" pitchFamily="2" charset="0"/>
              </a:rPr>
              <a:t>   </a:t>
            </a:r>
            <a:r>
              <a:rPr lang="en-GB" sz="5400" b="1" dirty="0" err="1">
                <a:latin typeface="AR BLANCA" panose="02000000000000000000" pitchFamily="2" charset="0"/>
              </a:rPr>
              <a:t>Mamonjy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sy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mamelona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>
                <a:latin typeface="AR BLANCA" panose="02000000000000000000" pitchFamily="2" charset="0"/>
              </a:rPr>
              <a:t>   </a:t>
            </a:r>
            <a:r>
              <a:rPr lang="en-GB" sz="5400" b="1" dirty="0" err="1">
                <a:latin typeface="AR BLANCA" panose="02000000000000000000" pitchFamily="2" charset="0"/>
              </a:rPr>
              <a:t>Vatolampy</a:t>
            </a:r>
            <a:r>
              <a:rPr lang="en-GB" sz="5400" b="1" dirty="0">
                <a:latin typeface="AR BLANCA" panose="02000000000000000000" pitchFamily="2" charset="0"/>
              </a:rPr>
              <a:t>, </a:t>
            </a:r>
            <a:r>
              <a:rPr lang="en-GB" sz="5400" b="1" dirty="0" err="1">
                <a:latin typeface="AR BLANCA" panose="02000000000000000000" pitchFamily="2" charset="0"/>
              </a:rPr>
              <a:t>toky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tsy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mifindra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>
                <a:latin typeface="AR BLANCA" panose="02000000000000000000" pitchFamily="2" charset="0"/>
              </a:rPr>
              <a:t>   </a:t>
            </a:r>
            <a:r>
              <a:rPr lang="en-GB" sz="5400" b="1" dirty="0" err="1">
                <a:latin typeface="AR BLANCA" panose="02000000000000000000" pitchFamily="2" charset="0"/>
              </a:rPr>
              <a:t>Fa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maharitra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mandrakizay</a:t>
            </a:r>
            <a:r>
              <a:rPr lang="en-GB" sz="5400" b="1" dirty="0" smtClean="0">
                <a:latin typeface="AR BLANCA" panose="02000000000000000000" pitchFamily="2" charset="0"/>
              </a:rPr>
              <a:t>.</a:t>
            </a:r>
            <a:endParaRPr lang="fr-FR" sz="5400" b="1" dirty="0">
              <a:latin typeface="AR BLANC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13196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Raha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eto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an-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tany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dia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mandalo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ihany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Miovaova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Tsy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azo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ianteherana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,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17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116724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Be no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efa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voa</a:t>
            </a:r>
            <a:endParaRPr lang="en-GB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ka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mamoy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fo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izany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no</a:t>
            </a:r>
          </a:p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fomban’ny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tany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   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91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340069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smtClean="0">
                <a:latin typeface="French Script MT" panose="03020402040607040605" pitchFamily="66" charset="0"/>
              </a:rPr>
              <a:t>Toa </a:t>
            </a:r>
            <a:r>
              <a:rPr lang="en-GB" sz="9600" b="1" dirty="0" err="1">
                <a:latin typeface="French Script MT" panose="03020402040607040605" pitchFamily="66" charset="0"/>
              </a:rPr>
              <a:t>fiainana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raha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jerena</a:t>
            </a:r>
            <a:endParaRPr lang="fr-FR" sz="9600" b="1" dirty="0" smtClean="0">
              <a:effectLst/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latin typeface="French Script MT" panose="03020402040607040605" pitchFamily="66" charset="0"/>
              </a:rPr>
              <a:t>    </a:t>
            </a:r>
            <a:r>
              <a:rPr lang="en-GB" sz="9600" b="1" dirty="0" err="1">
                <a:latin typeface="French Script MT" panose="03020402040607040605" pitchFamily="66" charset="0"/>
              </a:rPr>
              <a:t>Kanjo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indrisy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fa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mahonena</a:t>
            </a:r>
            <a:endParaRPr lang="fr-FR" sz="9600" b="1" dirty="0" smtClean="0">
              <a:effectLst/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latin typeface="French Script MT" panose="03020402040607040605" pitchFamily="66" charset="0"/>
              </a:rPr>
              <a:t>   </a:t>
            </a:r>
            <a:r>
              <a:rPr lang="en-GB" sz="9600" b="1" dirty="0" err="1">
                <a:latin typeface="French Script MT" panose="03020402040607040605" pitchFamily="66" charset="0"/>
              </a:rPr>
              <a:t>Hasambarana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latin typeface="French Script MT" panose="03020402040607040605" pitchFamily="66" charset="0"/>
              </a:rPr>
              <a:t>miserana</a:t>
            </a:r>
            <a:r>
              <a:rPr lang="en-GB" sz="9600" b="1" dirty="0" smtClean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ihany</a:t>
            </a:r>
            <a:r>
              <a:rPr lang="en-GB" sz="9600" b="1" dirty="0" smtClean="0">
                <a:latin typeface="French Script MT" panose="03020402040607040605" pitchFamily="66" charset="0"/>
              </a:rPr>
              <a:t>.</a:t>
            </a:r>
            <a:endParaRPr lang="fr-FR" sz="9600" b="1" dirty="0"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4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45902" y="50825"/>
            <a:ext cx="1263343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i="1" dirty="0" smtClean="0"/>
              <a:t>2. </a:t>
            </a:r>
            <a:r>
              <a:rPr lang="en-GB" sz="5400" b="1" i="1" dirty="0">
                <a:latin typeface="AR BLANCA" panose="02000000000000000000" pitchFamily="2" charset="0"/>
              </a:rPr>
              <a:t>O! </a:t>
            </a:r>
            <a:r>
              <a:rPr lang="en-GB" sz="5400" b="1" i="1" dirty="0" err="1">
                <a:latin typeface="AR BLANCA" panose="02000000000000000000" pitchFamily="2" charset="0"/>
              </a:rPr>
              <a:t>ry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velona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endParaRPr lang="en-GB" sz="5400" b="1" i="1" dirty="0" smtClean="0">
              <a:latin typeface="AR BLANCA" panose="02000000000000000000" pitchFamily="2" charset="0"/>
            </a:endParaRPr>
          </a:p>
          <a:p>
            <a:pPr algn="ctr"/>
            <a:r>
              <a:rPr lang="en-GB" sz="5400" b="1" i="1" dirty="0" err="1" smtClean="0">
                <a:latin typeface="AR BLANCA" panose="02000000000000000000" pitchFamily="2" charset="0"/>
              </a:rPr>
              <a:t>tsarovy</a:t>
            </a:r>
            <a:r>
              <a:rPr lang="en-GB" sz="5400" b="1" i="1" dirty="0" smtClean="0">
                <a:latin typeface="AR BLANCA" panose="02000000000000000000" pitchFamily="2" charset="0"/>
              </a:rPr>
              <a:t>, </a:t>
            </a:r>
            <a:r>
              <a:rPr lang="en-GB" sz="5400" b="1" i="1" dirty="0" err="1">
                <a:latin typeface="AR BLANCA" panose="02000000000000000000" pitchFamily="2" charset="0"/>
              </a:rPr>
              <a:t>ny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 smtClean="0">
                <a:latin typeface="AR BLANCA" panose="02000000000000000000" pitchFamily="2" charset="0"/>
              </a:rPr>
              <a:t>andronao</a:t>
            </a:r>
            <a:endParaRPr lang="en-GB" sz="5400" b="1" i="1" dirty="0" smtClean="0">
              <a:latin typeface="AR BLANCA" panose="02000000000000000000" pitchFamily="2" charset="0"/>
            </a:endParaRPr>
          </a:p>
          <a:p>
            <a:pPr algn="ctr"/>
            <a:r>
              <a:rPr lang="en-GB" sz="5400" b="1" i="1" dirty="0" smtClean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fa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mandalo</a:t>
            </a:r>
            <a:endParaRPr lang="fr-FR" sz="5400" b="1" i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i="1" dirty="0">
                <a:latin typeface="AR BLANCA" panose="02000000000000000000" pitchFamily="2" charset="0"/>
              </a:rPr>
              <a:t>   </a:t>
            </a:r>
            <a:r>
              <a:rPr lang="en-GB" sz="5400" b="1" i="1" dirty="0" err="1">
                <a:latin typeface="AR BLANCA" panose="02000000000000000000" pitchFamily="2" charset="0"/>
              </a:rPr>
              <a:t>tsy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mba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manam-pijanonana</a:t>
            </a:r>
            <a:endParaRPr lang="fr-FR" sz="5400" b="1" i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i="1" dirty="0">
                <a:latin typeface="AR BLANCA" panose="02000000000000000000" pitchFamily="2" charset="0"/>
              </a:rPr>
              <a:t>   </a:t>
            </a:r>
            <a:r>
              <a:rPr lang="en-GB" sz="5400" b="1" i="1" dirty="0" err="1">
                <a:latin typeface="AR BLANCA" panose="02000000000000000000" pitchFamily="2" charset="0"/>
              </a:rPr>
              <a:t>Ka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tandremo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sao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 smtClean="0">
                <a:latin typeface="AR BLANCA" panose="02000000000000000000" pitchFamily="2" charset="0"/>
              </a:rPr>
              <a:t>variana</a:t>
            </a:r>
            <a:r>
              <a:rPr lang="en-GB" sz="5400" b="1" i="1" dirty="0" smtClean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ianao</a:t>
            </a:r>
            <a:endParaRPr lang="fr-FR" sz="5400" b="1" i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i="1" dirty="0">
                <a:latin typeface="AR BLANCA" panose="02000000000000000000" pitchFamily="2" charset="0"/>
              </a:rPr>
              <a:t>   ‘</a:t>
            </a:r>
            <a:r>
              <a:rPr lang="en-GB" sz="5400" b="1" i="1" dirty="0" err="1">
                <a:latin typeface="AR BLANCA" panose="02000000000000000000" pitchFamily="2" charset="0"/>
              </a:rPr>
              <a:t>Zao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tontolo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 smtClean="0">
                <a:latin typeface="AR BLANCA" panose="02000000000000000000" pitchFamily="2" charset="0"/>
              </a:rPr>
              <a:t>izao</a:t>
            </a:r>
            <a:r>
              <a:rPr lang="en-GB" sz="5400" b="1" i="1" dirty="0" smtClean="0">
                <a:latin typeface="AR BLANCA" panose="02000000000000000000" pitchFamily="2" charset="0"/>
              </a:rPr>
              <a:t> </a:t>
            </a:r>
            <a:r>
              <a:rPr lang="en-GB" sz="5400" b="1" i="1" dirty="0" err="1" smtClean="0">
                <a:latin typeface="AR BLANCA" panose="02000000000000000000" pitchFamily="2" charset="0"/>
              </a:rPr>
              <a:t>ho</a:t>
            </a:r>
            <a:r>
              <a:rPr lang="en-GB" sz="5400" b="1" i="1" dirty="0" smtClean="0">
                <a:latin typeface="AR BLANCA" panose="02000000000000000000" pitchFamily="2" charset="0"/>
              </a:rPr>
              <a:t> </a:t>
            </a:r>
            <a:r>
              <a:rPr lang="en-GB" sz="5400" b="1" i="1" dirty="0" err="1">
                <a:latin typeface="AR BLANCA" panose="02000000000000000000" pitchFamily="2" charset="0"/>
              </a:rPr>
              <a:t>levona</a:t>
            </a:r>
            <a:r>
              <a:rPr lang="en-GB" sz="5400" b="1" i="1" dirty="0">
                <a:latin typeface="AR BLANCA" panose="02000000000000000000" pitchFamily="2" charset="0"/>
              </a:rPr>
              <a:t> </a:t>
            </a:r>
            <a:r>
              <a:rPr lang="en-GB" sz="5400" b="1" i="1" dirty="0" err="1" smtClean="0">
                <a:latin typeface="AR BLANCA" panose="02000000000000000000" pitchFamily="2" charset="0"/>
              </a:rPr>
              <a:t>avokoa</a:t>
            </a:r>
            <a:r>
              <a:rPr lang="en-GB" sz="1600" i="1" dirty="0" smtClean="0"/>
              <a:t>.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52586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536028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Raha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eto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an-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tany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dia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mandalo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ihany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Miovaova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Tsy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azo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ianteherana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,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29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13648"/>
            <a:ext cx="1116724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Be no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efa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voa</a:t>
            </a:r>
            <a:endParaRPr lang="en-GB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ka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mamoy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fo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izany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no</a:t>
            </a:r>
          </a:p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fomban’ny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tany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   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04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340069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smtClean="0">
                <a:latin typeface="French Script MT" panose="03020402040607040605" pitchFamily="66" charset="0"/>
              </a:rPr>
              <a:t>Toa </a:t>
            </a:r>
            <a:r>
              <a:rPr lang="en-GB" sz="9600" b="1" dirty="0" err="1">
                <a:latin typeface="French Script MT" panose="03020402040607040605" pitchFamily="66" charset="0"/>
              </a:rPr>
              <a:t>fiainana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raha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jerena</a:t>
            </a:r>
            <a:endParaRPr lang="fr-FR" sz="9600" b="1" dirty="0" smtClean="0">
              <a:effectLst/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latin typeface="French Script MT" panose="03020402040607040605" pitchFamily="66" charset="0"/>
              </a:rPr>
              <a:t>    </a:t>
            </a:r>
            <a:r>
              <a:rPr lang="en-GB" sz="9600" b="1" dirty="0" err="1">
                <a:latin typeface="French Script MT" panose="03020402040607040605" pitchFamily="66" charset="0"/>
              </a:rPr>
              <a:t>Kanjo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indrisy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fa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mahonena</a:t>
            </a:r>
            <a:endParaRPr lang="fr-FR" sz="9600" b="1" dirty="0" smtClean="0">
              <a:effectLst/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latin typeface="French Script MT" panose="03020402040607040605" pitchFamily="66" charset="0"/>
              </a:rPr>
              <a:t>   </a:t>
            </a:r>
            <a:r>
              <a:rPr lang="en-GB" sz="9600" b="1" dirty="0" err="1">
                <a:latin typeface="French Script MT" panose="03020402040607040605" pitchFamily="66" charset="0"/>
              </a:rPr>
              <a:t>Hasambarana</a:t>
            </a:r>
            <a:r>
              <a:rPr lang="en-GB" sz="9600" b="1" dirty="0"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latin typeface="French Script MT" panose="03020402040607040605" pitchFamily="66" charset="0"/>
              </a:rPr>
              <a:t>miserana</a:t>
            </a:r>
            <a:r>
              <a:rPr lang="en-GB" sz="9600" b="1" dirty="0" smtClean="0"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latin typeface="French Script MT" panose="03020402040607040605" pitchFamily="66" charset="0"/>
              </a:rPr>
              <a:t>ihany</a:t>
            </a:r>
            <a:r>
              <a:rPr lang="en-GB" sz="9600" b="1" dirty="0" smtClean="0">
                <a:latin typeface="French Script MT" panose="03020402040607040605" pitchFamily="66" charset="0"/>
              </a:rPr>
              <a:t>.</a:t>
            </a:r>
            <a:endParaRPr lang="fr-FR" sz="9600" b="1" dirty="0"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59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16001" y="344725"/>
            <a:ext cx="1244424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 smtClean="0"/>
              <a:t>3</a:t>
            </a:r>
            <a:r>
              <a:rPr lang="en-GB" sz="5400" dirty="0" smtClean="0"/>
              <a:t>. </a:t>
            </a:r>
            <a:r>
              <a:rPr lang="en-GB" sz="5400" b="1" dirty="0" err="1" smtClean="0">
                <a:latin typeface="AR BLANCA" panose="02000000000000000000" pitchFamily="2" charset="0"/>
              </a:rPr>
              <a:t>Mbola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ho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entin</a:t>
            </a:r>
            <a:r>
              <a:rPr lang="en-GB" sz="5400" b="1" dirty="0">
                <a:latin typeface="AR BLANCA" panose="02000000000000000000" pitchFamily="2" charset="0"/>
              </a:rPr>
              <a:t>’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 err="1" smtClean="0">
                <a:latin typeface="AR BLANCA" panose="02000000000000000000" pitchFamily="2" charset="0"/>
              </a:rPr>
              <a:t>Andriamanitra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hotsaraina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 smtClean="0">
                <a:latin typeface="AR BLANCA" panose="02000000000000000000" pitchFamily="2" charset="0"/>
              </a:rPr>
              <a:t>‘</a:t>
            </a:r>
            <a:r>
              <a:rPr lang="en-GB" sz="5400" b="1" dirty="0" err="1">
                <a:latin typeface="AR BLANCA" panose="02000000000000000000" pitchFamily="2" charset="0"/>
              </a:rPr>
              <a:t>Zaho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sy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ianao</a:t>
            </a:r>
            <a:r>
              <a:rPr lang="en-GB" sz="5400" b="1" dirty="0" smtClean="0">
                <a:latin typeface="AR BLANCA" panose="02000000000000000000" pitchFamily="2" charset="0"/>
              </a:rPr>
              <a:t>,</a:t>
            </a:r>
          </a:p>
          <a:p>
            <a:pPr algn="ctr"/>
            <a:r>
              <a:rPr lang="en-GB" sz="5400" b="1" dirty="0" err="1" smtClean="0">
                <a:latin typeface="AR BLANCA" panose="02000000000000000000" pitchFamily="2" charset="0"/>
              </a:rPr>
              <a:t>ka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tsy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 smtClean="0">
                <a:latin typeface="AR BLANCA" panose="02000000000000000000" pitchFamily="2" charset="0"/>
              </a:rPr>
              <a:t>ho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afa-maina</a:t>
            </a:r>
            <a:r>
              <a:rPr lang="en-GB" sz="5400" b="1" dirty="0">
                <a:latin typeface="AR BLANCA" panose="02000000000000000000" pitchFamily="2" charset="0"/>
              </a:rPr>
              <a:t> ;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 err="1" smtClean="0">
                <a:latin typeface="AR BLANCA" panose="02000000000000000000" pitchFamily="2" charset="0"/>
              </a:rPr>
              <a:t>Fa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Jesoa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Mpanjaka</a:t>
            </a:r>
            <a:r>
              <a:rPr lang="en-GB" sz="5400" b="1" dirty="0">
                <a:latin typeface="AR BLANCA" panose="02000000000000000000" pitchFamily="2" charset="0"/>
              </a:rPr>
              <a:t> no </a:t>
            </a:r>
            <a:r>
              <a:rPr lang="en-GB" sz="5400" b="1" dirty="0" err="1">
                <a:latin typeface="AR BLANCA" panose="02000000000000000000" pitchFamily="2" charset="0"/>
              </a:rPr>
              <a:t>hitsara</a:t>
            </a:r>
            <a:endParaRPr lang="fr-FR" sz="5400" b="1" dirty="0" smtClean="0">
              <a:effectLst/>
              <a:latin typeface="AR BLANCA" panose="02000000000000000000" pitchFamily="2" charset="0"/>
            </a:endParaRPr>
          </a:p>
          <a:p>
            <a:pPr algn="ctr"/>
            <a:r>
              <a:rPr lang="en-GB" sz="5400" b="1" dirty="0" err="1" smtClean="0">
                <a:latin typeface="AR BLANCA" panose="02000000000000000000" pitchFamily="2" charset="0"/>
              </a:rPr>
              <a:t>Ka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hanavaka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>
                <a:latin typeface="AR BLANCA" panose="02000000000000000000" pitchFamily="2" charset="0"/>
              </a:rPr>
              <a:t>ny</a:t>
            </a:r>
            <a:r>
              <a:rPr lang="en-GB" sz="5400" b="1" dirty="0">
                <a:latin typeface="AR BLANCA" panose="02000000000000000000" pitchFamily="2" charset="0"/>
              </a:rPr>
              <a:t> </a:t>
            </a:r>
            <a:r>
              <a:rPr lang="en-GB" sz="5400" b="1" dirty="0" err="1" smtClean="0">
                <a:latin typeface="AR BLANCA" panose="02000000000000000000" pitchFamily="2" charset="0"/>
              </a:rPr>
              <a:t>tsara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endParaRPr lang="en-GB" sz="5400" b="1" dirty="0" smtClean="0">
              <a:latin typeface="AR BLANCA" panose="02000000000000000000" pitchFamily="2" charset="0"/>
            </a:endParaRPr>
          </a:p>
          <a:p>
            <a:pPr algn="ctr"/>
            <a:r>
              <a:rPr lang="en-GB" sz="5400" b="1" dirty="0" err="1" smtClean="0">
                <a:latin typeface="AR BLANCA" panose="02000000000000000000" pitchFamily="2" charset="0"/>
              </a:rPr>
              <a:t>sy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 smtClean="0">
                <a:latin typeface="AR BLANCA" panose="02000000000000000000" pitchFamily="2" charset="0"/>
              </a:rPr>
              <a:t>ny</a:t>
            </a:r>
            <a:r>
              <a:rPr lang="en-GB" sz="5400" b="1" dirty="0" smtClean="0">
                <a:latin typeface="AR BLANCA" panose="02000000000000000000" pitchFamily="2" charset="0"/>
              </a:rPr>
              <a:t> </a:t>
            </a:r>
            <a:r>
              <a:rPr lang="en-GB" sz="5400" b="1" dirty="0" err="1" smtClean="0">
                <a:latin typeface="AR BLANCA" panose="02000000000000000000" pitchFamily="2" charset="0"/>
              </a:rPr>
              <a:t>ratsy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74133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536028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Raha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eto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an-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tany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dia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mandalo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ihany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Miovaova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</a:p>
          <a:p>
            <a:pPr algn="ctr"/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Tsy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azo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ianteherana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,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65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09184"/>
            <a:ext cx="1116724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Be no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efa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voa</a:t>
            </a:r>
            <a:endParaRPr lang="en-GB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ka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mamoy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fo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izany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no</a:t>
            </a:r>
          </a:p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fomban’ny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tany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   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317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340069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Toa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fiainana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raha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jerena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  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Kanjo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indrisy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fa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mahonena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  <a:p>
            <a:pPr algn="ctr"/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 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Hasambarana</a:t>
            </a:r>
            <a:r>
              <a:rPr lang="en-GB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miserana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 </a:t>
            </a:r>
            <a:r>
              <a:rPr lang="en-GB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ihany</a:t>
            </a:r>
            <a:r>
              <a:rPr lang="en-GB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nch Script MT" panose="03020402040607040605" pitchFamily="66" charset="0"/>
              </a:rPr>
              <a:t>.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4993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217</Words>
  <Application>Microsoft Office PowerPoint</Application>
  <PresentationFormat>Grand écran</PresentationFormat>
  <Paragraphs>54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Aachen BT</vt:lpstr>
      <vt:lpstr>AR BLANCA</vt:lpstr>
      <vt:lpstr>Arial</vt:lpstr>
      <vt:lpstr>Calibri</vt:lpstr>
      <vt:lpstr>Calibri Light</vt:lpstr>
      <vt:lpstr>French Script MT</vt:lpstr>
      <vt:lpstr>Thème Office</vt:lpstr>
      <vt:lpstr>FF 23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Solofo</dc:creator>
  <cp:lastModifiedBy>Gaming</cp:lastModifiedBy>
  <cp:revision>8</cp:revision>
  <dcterms:created xsi:type="dcterms:W3CDTF">2014-08-28T13:49:35Z</dcterms:created>
  <dcterms:modified xsi:type="dcterms:W3CDTF">2025-08-03T05:13:18Z</dcterms:modified>
</cp:coreProperties>
</file>