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59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2783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5652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1021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4973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2538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9383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555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2928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293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0900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4735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16010C-3F3D-451D-8183-F372A962A0BB}" type="datetimeFigureOut">
              <a:rPr lang="fr-FR" smtClean="0"/>
              <a:t>12/10/2025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6FA54-3F7C-44FF-9CC2-2D8ED88AD75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36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661160" y="1000443"/>
            <a:ext cx="9144000" cy="2387600"/>
          </a:xfrm>
        </p:spPr>
        <p:txBody>
          <a:bodyPr>
            <a:noAutofit/>
          </a:bodyPr>
          <a:lstStyle/>
          <a:p>
            <a:r>
              <a:rPr lang="fr-FR" sz="19900" dirty="0" smtClean="0">
                <a:latin typeface="Apache" pitchFamily="2" charset="0"/>
              </a:rPr>
              <a:t>FF 47</a:t>
            </a:r>
            <a:endParaRPr lang="fr-FR" sz="19900" dirty="0">
              <a:latin typeface="Apache" pitchFamily="2" charset="0"/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0" y="4089718"/>
            <a:ext cx="12192000" cy="1655762"/>
          </a:xfrm>
        </p:spPr>
        <p:txBody>
          <a:bodyPr>
            <a:normAutofit/>
          </a:bodyPr>
          <a:lstStyle/>
          <a:p>
            <a:r>
              <a:rPr lang="en-GB" sz="9600" b="1" dirty="0">
                <a:latin typeface="Apache" pitchFamily="2" charset="0"/>
              </a:rPr>
              <a:t> FIADANANA</a:t>
            </a:r>
            <a:endParaRPr lang="fr-FR" sz="9600" dirty="0">
              <a:latin typeface="Apach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8285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0"/>
            <a:ext cx="12192000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 smtClean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1)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Ianao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‘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zay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mitady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Ny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fiadanantsoa</a:t>
            </a:r>
            <a:endParaRPr lang="fr-FR" sz="7200" b="1" dirty="0" smtClean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smtClean="0">
                <a:latin typeface="Arial" pitchFamily="34" charset="0"/>
                <a:cs typeface="Arial" pitchFamily="34" charset="0"/>
              </a:rPr>
              <a:t>Amin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’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izao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fiainana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izao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Ka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mandeha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mankatsy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ctr"/>
            <a:r>
              <a:rPr lang="en-GB" sz="8000" b="1" dirty="0" err="1" smtClean="0">
                <a:latin typeface="Arial" pitchFamily="34" charset="0"/>
                <a:cs typeface="Arial" pitchFamily="34" charset="0"/>
              </a:rPr>
              <a:t>Arý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sy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aroa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Mikorana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ary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koa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milalao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  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3692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117693"/>
            <a:ext cx="121920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Kanefa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tsy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mahita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Izay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mahasoa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Fa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vizana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foana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ny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nofo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Inty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misy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fiainana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Atoroko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anao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b="1" dirty="0" err="1" smtClean="0">
                <a:latin typeface="Arial" pitchFamily="34" charset="0"/>
                <a:cs typeface="Arial" pitchFamily="34" charset="0"/>
              </a:rPr>
              <a:t>Andramo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dia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ho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b="1" dirty="0" err="1">
                <a:latin typeface="Arial" pitchFamily="34" charset="0"/>
                <a:cs typeface="Arial" pitchFamily="34" charset="0"/>
              </a:rPr>
              <a:t>hitanao</a:t>
            </a:r>
            <a:r>
              <a:rPr lang="en-GB" sz="7200" b="1" dirty="0" smtClean="0">
                <a:latin typeface="Arial" pitchFamily="34" charset="0"/>
                <a:cs typeface="Arial" pitchFamily="34" charset="0"/>
              </a:rPr>
              <a:t>.</a:t>
            </a:r>
            <a:r>
              <a:rPr lang="en-GB" sz="7200" b="1" dirty="0">
                <a:latin typeface="Arial" pitchFamily="34" charset="0"/>
                <a:cs typeface="Arial" pitchFamily="34" charset="0"/>
              </a:rPr>
              <a:t> </a:t>
            </a:r>
            <a:endParaRPr lang="fr-FR" sz="7200" b="1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472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381000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b="1" dirty="0" err="1"/>
              <a:t>Jesosy</a:t>
            </a:r>
            <a:r>
              <a:rPr lang="en-GB" sz="6600" b="1" dirty="0"/>
              <a:t>, </a:t>
            </a:r>
            <a:r>
              <a:rPr lang="en-GB" sz="6600" b="1" dirty="0" err="1" smtClean="0"/>
              <a:t>Jesosy</a:t>
            </a:r>
            <a:endParaRPr lang="fr-FR" sz="6600" b="1" dirty="0"/>
          </a:p>
          <a:p>
            <a:pPr algn="ctr"/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Jesosy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Tompo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sy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Mpamonjy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tia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fr-FR" sz="6000" b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GB" sz="6600" b="1" dirty="0" smtClean="0"/>
              <a:t>No </a:t>
            </a:r>
            <a:r>
              <a:rPr lang="en-GB" sz="6600" b="1" dirty="0" err="1"/>
              <a:t>fiainana</a:t>
            </a:r>
            <a:r>
              <a:rPr lang="en-GB" sz="6600" b="1" dirty="0"/>
              <a:t> </a:t>
            </a:r>
            <a:r>
              <a:rPr lang="en-GB" sz="6600" b="1" dirty="0" err="1" smtClean="0"/>
              <a:t>atoroko</a:t>
            </a:r>
            <a:r>
              <a:rPr lang="en-GB" sz="6600" b="1" dirty="0" smtClean="0"/>
              <a:t> </a:t>
            </a:r>
            <a:r>
              <a:rPr lang="en-GB" sz="6600" b="1" dirty="0" err="1"/>
              <a:t>anao</a:t>
            </a:r>
            <a:r>
              <a:rPr lang="en-GB" sz="6600" b="1" dirty="0"/>
              <a:t> </a:t>
            </a:r>
            <a:r>
              <a:rPr lang="en-GB" sz="6600" b="1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GB" sz="6600" b="1" dirty="0" err="1" smtClean="0">
                <a:solidFill>
                  <a:schemeClr val="accent5">
                    <a:lumMod val="75000"/>
                  </a:schemeClr>
                </a:solidFill>
              </a:rPr>
              <a:t>Jeso</a:t>
            </a:r>
            <a:r>
              <a:rPr lang="en-GB" sz="6600" b="1" dirty="0" smtClean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fr-FR" sz="6600" b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GB" sz="6600" b="1" dirty="0" err="1" smtClean="0"/>
              <a:t>Jesosy</a:t>
            </a:r>
            <a:r>
              <a:rPr lang="en-GB" sz="6600" b="1" dirty="0"/>
              <a:t>, </a:t>
            </a:r>
            <a:r>
              <a:rPr lang="en-GB" sz="6600" b="1" dirty="0" err="1"/>
              <a:t>Jesosy</a:t>
            </a:r>
            <a:endParaRPr lang="fr-FR" sz="6600" b="1" dirty="0"/>
          </a:p>
          <a:p>
            <a:pPr algn="ctr"/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Jesosy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Tompo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sy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Mpamonjy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tia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fr-FR" sz="6000" b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GB" sz="6600" b="1" dirty="0" smtClean="0"/>
              <a:t>No </a:t>
            </a:r>
            <a:r>
              <a:rPr lang="en-GB" sz="6600" b="1" dirty="0" err="1"/>
              <a:t>hany</a:t>
            </a:r>
            <a:r>
              <a:rPr lang="en-GB" sz="6600" b="1" dirty="0"/>
              <a:t> </a:t>
            </a:r>
            <a:r>
              <a:rPr lang="en-GB" sz="6600" b="1" dirty="0" err="1"/>
              <a:t>hampiadana</a:t>
            </a:r>
            <a:r>
              <a:rPr lang="en-GB" sz="6600" b="1" dirty="0"/>
              <a:t> </a:t>
            </a:r>
            <a:r>
              <a:rPr lang="en-GB" sz="6600" b="1" dirty="0" err="1" smtClean="0"/>
              <a:t>anao</a:t>
            </a:r>
            <a:r>
              <a:rPr lang="en-GB" sz="6600" b="1" dirty="0" smtClean="0"/>
              <a:t>     </a:t>
            </a:r>
            <a:endParaRPr lang="fr-FR" sz="6600" b="1" dirty="0"/>
          </a:p>
        </p:txBody>
      </p:sp>
    </p:spTree>
    <p:extLst>
      <p:ext uri="{BB962C8B-B14F-4D97-AF65-F5344CB8AC3E}">
        <p14:creationId xmlns:p14="http://schemas.microsoft.com/office/powerpoint/2010/main" val="1273005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594360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 smtClean="0"/>
              <a:t>Koa </a:t>
            </a:r>
            <a:r>
              <a:rPr lang="en-GB" sz="7200" b="1" dirty="0" err="1"/>
              <a:t>raiso</a:t>
            </a:r>
            <a:r>
              <a:rPr lang="en-GB" sz="7200" b="1" dirty="0"/>
              <a:t> </a:t>
            </a:r>
            <a:r>
              <a:rPr lang="en-GB" sz="7200" b="1" dirty="0" err="1"/>
              <a:t>Jesosy</a:t>
            </a:r>
            <a:endParaRPr lang="fr-FR" sz="7200" b="1" dirty="0"/>
          </a:p>
          <a:p>
            <a:pPr algn="ctr"/>
            <a:r>
              <a:rPr lang="en-GB" sz="7200" b="1" dirty="0" err="1" smtClean="0"/>
              <a:t>Ho</a:t>
            </a:r>
            <a:r>
              <a:rPr lang="en-GB" sz="7200" b="1" dirty="0" smtClean="0"/>
              <a:t> </a:t>
            </a:r>
            <a:r>
              <a:rPr lang="en-GB" sz="7200" b="1" dirty="0" err="1"/>
              <a:t>Tompo</a:t>
            </a:r>
            <a:r>
              <a:rPr lang="en-GB" sz="7200" b="1" dirty="0"/>
              <a:t> </a:t>
            </a:r>
            <a:r>
              <a:rPr lang="en-GB" sz="7200" b="1" dirty="0" err="1"/>
              <a:t>Mpamonjy</a:t>
            </a:r>
            <a:endParaRPr lang="fr-FR" sz="7200" b="1" dirty="0"/>
          </a:p>
          <a:p>
            <a:pPr algn="ctr"/>
            <a:r>
              <a:rPr lang="en-GB" sz="7200" b="1" dirty="0" err="1" smtClean="0"/>
              <a:t>Hanapaka</a:t>
            </a:r>
            <a:r>
              <a:rPr lang="en-GB" sz="7200" b="1" dirty="0" smtClean="0"/>
              <a:t> </a:t>
            </a:r>
            <a:r>
              <a:rPr lang="en-GB" sz="7200" b="1" dirty="0" err="1"/>
              <a:t>ny</a:t>
            </a:r>
            <a:r>
              <a:rPr lang="en-GB" sz="7200" b="1" dirty="0"/>
              <a:t> </a:t>
            </a:r>
            <a:r>
              <a:rPr lang="en-GB" sz="7200" b="1" dirty="0" err="1"/>
              <a:t>fiainanao</a:t>
            </a:r>
            <a:endParaRPr lang="fr-FR" sz="7200" b="1" dirty="0"/>
          </a:p>
          <a:p>
            <a:pPr algn="ctr"/>
            <a:r>
              <a:rPr lang="en-GB" sz="7200" b="1" dirty="0" err="1" smtClean="0"/>
              <a:t>Dia</a:t>
            </a:r>
            <a:r>
              <a:rPr lang="en-GB" sz="7200" b="1" dirty="0" smtClean="0"/>
              <a:t> </a:t>
            </a:r>
            <a:r>
              <a:rPr lang="en-GB" sz="7200" b="1" dirty="0" err="1"/>
              <a:t>ho</a:t>
            </a:r>
            <a:r>
              <a:rPr lang="en-GB" sz="7200" b="1" dirty="0"/>
              <a:t> </a:t>
            </a:r>
            <a:r>
              <a:rPr lang="en-GB" sz="7200" b="1" dirty="0" err="1"/>
              <a:t>hitanao</a:t>
            </a:r>
            <a:r>
              <a:rPr lang="en-GB" sz="7200" b="1" dirty="0"/>
              <a:t> ‘lay </a:t>
            </a:r>
            <a:r>
              <a:rPr lang="en-GB" sz="7200" b="1" dirty="0" err="1"/>
              <a:t>fiadanana</a:t>
            </a:r>
            <a:endParaRPr lang="fr-FR" sz="7200" b="1" dirty="0"/>
          </a:p>
          <a:p>
            <a:pPr algn="ctr"/>
            <a:r>
              <a:rPr lang="en-GB" sz="7200" b="1" dirty="0" err="1" smtClean="0"/>
              <a:t>Haharitra</a:t>
            </a:r>
            <a:r>
              <a:rPr lang="en-GB" sz="7200" b="1" dirty="0" smtClean="0"/>
              <a:t> </a:t>
            </a:r>
            <a:r>
              <a:rPr lang="en-GB" sz="7200" b="1" dirty="0" err="1"/>
              <a:t>mandrakizay</a:t>
            </a:r>
            <a:r>
              <a:rPr lang="en-GB" sz="7200" b="1" dirty="0"/>
              <a:t>.</a:t>
            </a:r>
            <a:endParaRPr lang="fr-FR" sz="7200" b="1" dirty="0"/>
          </a:p>
        </p:txBody>
      </p:sp>
    </p:spTree>
    <p:extLst>
      <p:ext uri="{BB962C8B-B14F-4D97-AF65-F5344CB8AC3E}">
        <p14:creationId xmlns:p14="http://schemas.microsoft.com/office/powerpoint/2010/main" val="3283029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dirty="0" smtClean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2)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>
                <a:latin typeface="Arial" pitchFamily="34" charset="0"/>
                <a:cs typeface="Arial" pitchFamily="34" charset="0"/>
              </a:rPr>
              <a:t>Ianao</a:t>
            </a:r>
            <a:r>
              <a:rPr lang="en-GB" sz="7200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ianjadiam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-</a:t>
            </a:r>
          </a:p>
          <a:p>
            <a:pPr algn="ctr"/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Pahoria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- </a:t>
            </a:r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marobe</a:t>
            </a:r>
            <a:endParaRPr lang="fr-FR" sz="7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Amin’izao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>
                <a:latin typeface="Arial" pitchFamily="34" charset="0"/>
                <a:cs typeface="Arial" pitchFamily="34" charset="0"/>
              </a:rPr>
              <a:t>fiainana</a:t>
            </a:r>
            <a:r>
              <a:rPr lang="en-GB" sz="7200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>
                <a:latin typeface="Arial" pitchFamily="34" charset="0"/>
                <a:cs typeface="Arial" pitchFamily="34" charset="0"/>
              </a:rPr>
              <a:t>izao</a:t>
            </a:r>
            <a:endParaRPr lang="fr-FR" sz="7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Tsy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>
                <a:latin typeface="Arial" pitchFamily="34" charset="0"/>
                <a:cs typeface="Arial" pitchFamily="34" charset="0"/>
              </a:rPr>
              <a:t>misy</a:t>
            </a:r>
            <a:r>
              <a:rPr lang="en-GB" sz="7200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>
                <a:latin typeface="Arial" pitchFamily="34" charset="0"/>
                <a:cs typeface="Arial" pitchFamily="34" charset="0"/>
              </a:rPr>
              <a:t>hazavana</a:t>
            </a:r>
            <a:r>
              <a:rPr lang="en-GB" sz="7200" dirty="0">
                <a:latin typeface="Arial" pitchFamily="34" charset="0"/>
                <a:cs typeface="Arial" pitchFamily="34" charset="0"/>
              </a:rPr>
              <a:t> </a:t>
            </a:r>
            <a:endParaRPr lang="fr-FR" sz="7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Fa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>
                <a:latin typeface="Arial" pitchFamily="34" charset="0"/>
                <a:cs typeface="Arial" pitchFamily="34" charset="0"/>
              </a:rPr>
              <a:t>toa</a:t>
            </a:r>
            <a:r>
              <a:rPr lang="en-GB" sz="7200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haizim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-be  </a:t>
            </a:r>
          </a:p>
          <a:p>
            <a:pPr algn="ctr"/>
            <a:r>
              <a:rPr lang="en-GB" sz="7200" dirty="0" smtClean="0">
                <a:latin typeface="Arial" pitchFamily="34" charset="0"/>
                <a:cs typeface="Arial" pitchFamily="34" charset="0"/>
              </a:rPr>
              <a:t>No </a:t>
            </a:r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mandrakotra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ny</a:t>
            </a:r>
            <a:r>
              <a:rPr lang="en-GB" sz="72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7200" dirty="0" err="1" smtClean="0">
                <a:latin typeface="Arial" pitchFamily="34" charset="0"/>
                <a:cs typeface="Arial" pitchFamily="34" charset="0"/>
              </a:rPr>
              <a:t>fiainanao</a:t>
            </a:r>
            <a:endParaRPr lang="fr-FR" sz="72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053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484925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Ka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mila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ho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kivy</a:t>
            </a:r>
            <a:endParaRPr lang="fr-FR" sz="60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Sy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hamoy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fo</a:t>
            </a:r>
            <a:endParaRPr lang="fr-FR" sz="60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Noho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ireo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adim-piainana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maro</a:t>
            </a:r>
            <a:endParaRPr lang="fr-FR" sz="60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Inty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misy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fiainana</a:t>
            </a:r>
            <a:endParaRPr lang="fr-FR" sz="60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Atoroko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anao</a:t>
            </a:r>
            <a:endParaRPr lang="fr-FR" sz="60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Andramo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dia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>
                <a:latin typeface="Arial" pitchFamily="34" charset="0"/>
                <a:cs typeface="Arial" pitchFamily="34" charset="0"/>
              </a:rPr>
              <a:t>ho</a:t>
            </a:r>
            <a:r>
              <a:rPr lang="en-GB" sz="6000" b="1" dirty="0">
                <a:latin typeface="Arial" pitchFamily="34" charset="0"/>
                <a:cs typeface="Arial" pitchFamily="34" charset="0"/>
              </a:rPr>
              <a:t> </a:t>
            </a:r>
            <a:r>
              <a:rPr lang="en-GB" sz="6000" b="1" dirty="0" err="1" smtClean="0">
                <a:latin typeface="Arial" pitchFamily="34" charset="0"/>
                <a:cs typeface="Arial" pitchFamily="34" charset="0"/>
              </a:rPr>
              <a:t>hitanao</a:t>
            </a:r>
            <a:r>
              <a:rPr lang="en-GB" sz="6000" b="1" dirty="0" smtClean="0">
                <a:latin typeface="Arial" pitchFamily="34" charset="0"/>
                <a:cs typeface="Arial" pitchFamily="34" charset="0"/>
              </a:rPr>
              <a:t>.</a:t>
            </a:r>
            <a:endParaRPr lang="fr-FR" sz="6000" b="1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70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381000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b="1" dirty="0" err="1"/>
              <a:t>Jesosy</a:t>
            </a:r>
            <a:r>
              <a:rPr lang="en-GB" sz="6600" b="1" dirty="0"/>
              <a:t>, </a:t>
            </a:r>
            <a:r>
              <a:rPr lang="en-GB" sz="6600" b="1" dirty="0" err="1" smtClean="0"/>
              <a:t>Jesosy</a:t>
            </a:r>
            <a:endParaRPr lang="fr-FR" sz="6600" b="1" dirty="0"/>
          </a:p>
          <a:p>
            <a:pPr algn="ctr"/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Jesosy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Tompo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sy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Mpamonjy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tia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fr-FR" sz="6000" b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GB" sz="6600" b="1" dirty="0" smtClean="0"/>
              <a:t>No </a:t>
            </a:r>
            <a:r>
              <a:rPr lang="en-GB" sz="6600" b="1" dirty="0" err="1"/>
              <a:t>fiainana</a:t>
            </a:r>
            <a:r>
              <a:rPr lang="en-GB" sz="6600" b="1" dirty="0"/>
              <a:t> </a:t>
            </a:r>
            <a:r>
              <a:rPr lang="en-GB" sz="6600" b="1" dirty="0" err="1" smtClean="0"/>
              <a:t>atoroko</a:t>
            </a:r>
            <a:r>
              <a:rPr lang="en-GB" sz="6600" b="1" dirty="0" smtClean="0"/>
              <a:t> </a:t>
            </a:r>
            <a:r>
              <a:rPr lang="en-GB" sz="6600" b="1" dirty="0" err="1"/>
              <a:t>anao</a:t>
            </a:r>
            <a:r>
              <a:rPr lang="en-GB" sz="6600" b="1" dirty="0"/>
              <a:t> </a:t>
            </a:r>
            <a:r>
              <a:rPr lang="en-GB" sz="6600" b="1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GB" sz="6600" b="1" dirty="0" err="1" smtClean="0">
                <a:solidFill>
                  <a:schemeClr val="accent5">
                    <a:lumMod val="75000"/>
                  </a:schemeClr>
                </a:solidFill>
              </a:rPr>
              <a:t>Jeso</a:t>
            </a:r>
            <a:r>
              <a:rPr lang="en-GB" sz="6600" b="1" dirty="0" smtClean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fr-FR" sz="6600" b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GB" sz="6600" b="1" dirty="0" err="1" smtClean="0"/>
              <a:t>Jesosy</a:t>
            </a:r>
            <a:r>
              <a:rPr lang="en-GB" sz="6600" b="1" dirty="0"/>
              <a:t>, </a:t>
            </a:r>
            <a:r>
              <a:rPr lang="en-GB" sz="6600" b="1" dirty="0" err="1"/>
              <a:t>Jesosy</a:t>
            </a:r>
            <a:endParaRPr lang="fr-FR" sz="6600" b="1" dirty="0"/>
          </a:p>
          <a:p>
            <a:pPr algn="ctr"/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Jesosy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 smtClean="0">
                <a:solidFill>
                  <a:schemeClr val="accent5">
                    <a:lumMod val="75000"/>
                  </a:schemeClr>
                </a:solidFill>
              </a:rPr>
              <a:t>Tompo</a:t>
            </a:r>
            <a:r>
              <a:rPr lang="en-GB" sz="6000" b="1" dirty="0" smtClean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sy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Mpamonjy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6000" b="1" dirty="0" err="1">
                <a:solidFill>
                  <a:schemeClr val="accent5">
                    <a:lumMod val="75000"/>
                  </a:schemeClr>
                </a:solidFill>
              </a:rPr>
              <a:t>tia</a:t>
            </a:r>
            <a:r>
              <a:rPr lang="en-GB" sz="6000" b="1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fr-FR" sz="6000" b="1" dirty="0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GB" sz="6600" b="1" dirty="0" smtClean="0"/>
              <a:t>No </a:t>
            </a:r>
            <a:r>
              <a:rPr lang="en-GB" sz="6600" b="1" dirty="0" err="1"/>
              <a:t>hany</a:t>
            </a:r>
            <a:r>
              <a:rPr lang="en-GB" sz="6600" b="1" dirty="0"/>
              <a:t> </a:t>
            </a:r>
            <a:r>
              <a:rPr lang="en-GB" sz="6600" b="1" dirty="0" err="1"/>
              <a:t>hampiadana</a:t>
            </a:r>
            <a:r>
              <a:rPr lang="en-GB" sz="6600" b="1" dirty="0"/>
              <a:t> </a:t>
            </a:r>
            <a:r>
              <a:rPr lang="en-GB" sz="6600" b="1" dirty="0" err="1" smtClean="0"/>
              <a:t>anao</a:t>
            </a:r>
            <a:r>
              <a:rPr lang="en-GB" sz="6600" b="1" dirty="0" smtClean="0"/>
              <a:t>     </a:t>
            </a:r>
            <a:endParaRPr lang="fr-FR" sz="6600" b="1" dirty="0"/>
          </a:p>
        </p:txBody>
      </p:sp>
    </p:spTree>
    <p:extLst>
      <p:ext uri="{BB962C8B-B14F-4D97-AF65-F5344CB8AC3E}">
        <p14:creationId xmlns:p14="http://schemas.microsoft.com/office/powerpoint/2010/main" val="3540205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0" y="594360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200" b="1" dirty="0" smtClean="0"/>
              <a:t>Koa </a:t>
            </a:r>
            <a:r>
              <a:rPr lang="en-GB" sz="7200" b="1" dirty="0" err="1"/>
              <a:t>raiso</a:t>
            </a:r>
            <a:r>
              <a:rPr lang="en-GB" sz="7200" b="1" dirty="0"/>
              <a:t> </a:t>
            </a:r>
            <a:r>
              <a:rPr lang="en-GB" sz="7200" b="1" dirty="0" err="1"/>
              <a:t>Jesosy</a:t>
            </a:r>
            <a:endParaRPr lang="fr-FR" sz="7200" b="1" dirty="0"/>
          </a:p>
          <a:p>
            <a:pPr algn="ctr"/>
            <a:r>
              <a:rPr lang="en-GB" sz="7200" b="1" dirty="0" err="1" smtClean="0"/>
              <a:t>Ho</a:t>
            </a:r>
            <a:r>
              <a:rPr lang="en-GB" sz="7200" b="1" dirty="0" smtClean="0"/>
              <a:t> </a:t>
            </a:r>
            <a:r>
              <a:rPr lang="en-GB" sz="7200" b="1" dirty="0" err="1"/>
              <a:t>Tompo</a:t>
            </a:r>
            <a:r>
              <a:rPr lang="en-GB" sz="7200" b="1" dirty="0"/>
              <a:t> </a:t>
            </a:r>
            <a:r>
              <a:rPr lang="en-GB" sz="7200" b="1" dirty="0" err="1"/>
              <a:t>Mpamonjy</a:t>
            </a:r>
            <a:endParaRPr lang="fr-FR" sz="7200" b="1" dirty="0"/>
          </a:p>
          <a:p>
            <a:pPr algn="ctr"/>
            <a:r>
              <a:rPr lang="en-GB" sz="7200" b="1" dirty="0" err="1" smtClean="0"/>
              <a:t>Hanapaka</a:t>
            </a:r>
            <a:r>
              <a:rPr lang="en-GB" sz="7200" b="1" dirty="0" smtClean="0"/>
              <a:t> </a:t>
            </a:r>
            <a:r>
              <a:rPr lang="en-GB" sz="7200" b="1" dirty="0" err="1"/>
              <a:t>ny</a:t>
            </a:r>
            <a:r>
              <a:rPr lang="en-GB" sz="7200" b="1" dirty="0"/>
              <a:t> </a:t>
            </a:r>
            <a:r>
              <a:rPr lang="en-GB" sz="7200" b="1" dirty="0" err="1"/>
              <a:t>fiainanao</a:t>
            </a:r>
            <a:endParaRPr lang="fr-FR" sz="7200" b="1" dirty="0"/>
          </a:p>
          <a:p>
            <a:pPr algn="ctr"/>
            <a:r>
              <a:rPr lang="en-GB" sz="7200" b="1" dirty="0" err="1" smtClean="0"/>
              <a:t>Dia</a:t>
            </a:r>
            <a:r>
              <a:rPr lang="en-GB" sz="7200" b="1" dirty="0" smtClean="0"/>
              <a:t> </a:t>
            </a:r>
            <a:r>
              <a:rPr lang="en-GB" sz="7200" b="1" dirty="0" err="1"/>
              <a:t>ho</a:t>
            </a:r>
            <a:r>
              <a:rPr lang="en-GB" sz="7200" b="1" dirty="0"/>
              <a:t> </a:t>
            </a:r>
            <a:r>
              <a:rPr lang="en-GB" sz="7200" b="1" dirty="0" err="1"/>
              <a:t>hitanao</a:t>
            </a:r>
            <a:r>
              <a:rPr lang="en-GB" sz="7200" b="1" dirty="0"/>
              <a:t> ‘lay </a:t>
            </a:r>
            <a:r>
              <a:rPr lang="en-GB" sz="7200" b="1" dirty="0" err="1"/>
              <a:t>fiadanana</a:t>
            </a:r>
            <a:endParaRPr lang="fr-FR" sz="7200" b="1" dirty="0"/>
          </a:p>
          <a:p>
            <a:pPr algn="ctr"/>
            <a:r>
              <a:rPr lang="en-GB" sz="7200" b="1" dirty="0" err="1" smtClean="0"/>
              <a:t>Haharitra</a:t>
            </a:r>
            <a:r>
              <a:rPr lang="en-GB" sz="7200" b="1" dirty="0" smtClean="0"/>
              <a:t> </a:t>
            </a:r>
            <a:r>
              <a:rPr lang="en-GB" sz="7200" b="1" dirty="0" err="1"/>
              <a:t>mandrakizay</a:t>
            </a:r>
            <a:r>
              <a:rPr lang="en-GB" sz="7200" b="1" dirty="0"/>
              <a:t>.</a:t>
            </a:r>
            <a:endParaRPr lang="fr-FR" sz="7200" b="1" dirty="0"/>
          </a:p>
        </p:txBody>
      </p:sp>
    </p:spTree>
    <p:extLst>
      <p:ext uri="{BB962C8B-B14F-4D97-AF65-F5344CB8AC3E}">
        <p14:creationId xmlns:p14="http://schemas.microsoft.com/office/powerpoint/2010/main" val="82304306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186</Words>
  <Application>Microsoft Office PowerPoint</Application>
  <PresentationFormat>Grand écran</PresentationFormat>
  <Paragraphs>48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Apache</vt:lpstr>
      <vt:lpstr>Arial</vt:lpstr>
      <vt:lpstr>Calibri</vt:lpstr>
      <vt:lpstr>Calibri Light</vt:lpstr>
      <vt:lpstr>Thème Office</vt:lpstr>
      <vt:lpstr>FF 47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Solofo</dc:creator>
  <cp:lastModifiedBy>Gaming</cp:lastModifiedBy>
  <cp:revision>8</cp:revision>
  <dcterms:created xsi:type="dcterms:W3CDTF">2014-09-07T15:59:41Z</dcterms:created>
  <dcterms:modified xsi:type="dcterms:W3CDTF">2025-10-12T09:01:11Z</dcterms:modified>
</cp:coreProperties>
</file>