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70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8796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88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47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2414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28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52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8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27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7697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5897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7930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6134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86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579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139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916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2D6622D-86B6-45D0-A381-48A0BFB86294}" type="datetimeFigureOut">
              <a:rPr lang="fr-FR" smtClean="0"/>
              <a:t>14/12/2025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6D0B30C-EB8D-4977-929D-9CBFF098E9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87068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08760" y="775253"/>
            <a:ext cx="9144000" cy="2760428"/>
          </a:xfrm>
        </p:spPr>
        <p:txBody>
          <a:bodyPr>
            <a:noAutofit/>
          </a:bodyPr>
          <a:lstStyle/>
          <a:p>
            <a:r>
              <a:rPr lang="fr-FR" sz="13800" dirty="0" smtClean="0">
                <a:latin typeface="Adobe Garamond Pro Bold" panose="02020702060506020403" pitchFamily="18" charset="0"/>
              </a:rPr>
              <a:t/>
            </a:r>
            <a:br>
              <a:rPr lang="fr-FR" sz="13800" dirty="0" smtClean="0">
                <a:latin typeface="Adobe Garamond Pro Bold" panose="02020702060506020403" pitchFamily="18" charset="0"/>
              </a:rPr>
            </a:br>
            <a:r>
              <a:rPr lang="fr-FR" sz="13800" dirty="0">
                <a:latin typeface="Adobe Garamond Pro Bold" panose="02020702060506020403" pitchFamily="18" charset="0"/>
              </a:rPr>
              <a:t/>
            </a:r>
            <a:br>
              <a:rPr lang="fr-FR" sz="13800" dirty="0">
                <a:latin typeface="Adobe Garamond Pro Bold" panose="02020702060506020403" pitchFamily="18" charset="0"/>
              </a:rPr>
            </a:br>
            <a:r>
              <a:rPr lang="fr-FR" sz="19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dobe Garamond Pro Bold" panose="02020702060506020403" pitchFamily="18" charset="0"/>
              </a:rPr>
              <a:t>FF 33</a:t>
            </a:r>
            <a:endParaRPr lang="fr-FR" sz="19900" dirty="0">
              <a:solidFill>
                <a:schemeClr val="tx1">
                  <a:lumMod val="95000"/>
                  <a:lumOff val="5000"/>
                </a:schemeClr>
              </a:solidFill>
              <a:latin typeface="Adobe Garamond Pro Bold" panose="02020702060506020403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08760" y="4409758"/>
            <a:ext cx="9144000" cy="1655762"/>
          </a:xfrm>
        </p:spPr>
        <p:txBody>
          <a:bodyPr>
            <a:normAutofit/>
          </a:bodyPr>
          <a:lstStyle/>
          <a:p>
            <a:r>
              <a:rPr lang="en-GB" sz="9600" dirty="0" err="1" smtClean="0">
                <a:latin typeface="Adobe Garamond Pro Bold" panose="02020702060506020403" pitchFamily="18" charset="0"/>
              </a:rPr>
              <a:t>Inty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aho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Jesoa</a:t>
            </a:r>
            <a:r>
              <a:rPr lang="en-GB" sz="9600" dirty="0" smtClean="0">
                <a:latin typeface="Adobe Garamond Pro Bold" panose="02020702060506020403" pitchFamily="18" charset="0"/>
              </a:rPr>
              <a:t> !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979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579120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 algn="ctr">
              <a:buAutoNum type="arabicPeriod"/>
            </a:pPr>
            <a:r>
              <a:rPr lang="en-GB" sz="8000" dirty="0" err="1" smtClean="0">
                <a:latin typeface="Adobe Garamond Pro Bold" panose="02020702060506020403" pitchFamily="18" charset="0"/>
              </a:rPr>
              <a:t>Inty</a:t>
            </a:r>
            <a:r>
              <a:rPr lang="en-GB" sz="8000" dirty="0" smtClean="0">
                <a:latin typeface="Adobe Garamond Pro Bold" panose="02020702060506020403" pitchFamily="18" charset="0"/>
              </a:rPr>
              <a:t> </a:t>
            </a:r>
            <a:r>
              <a:rPr lang="en-GB" sz="8000" dirty="0" err="1">
                <a:latin typeface="Adobe Garamond Pro Bold" panose="02020702060506020403" pitchFamily="18" charset="0"/>
              </a:rPr>
              <a:t>aho</a:t>
            </a:r>
            <a:r>
              <a:rPr lang="en-GB" sz="8000" dirty="0">
                <a:latin typeface="Adobe Garamond Pro Bold" panose="02020702060506020403" pitchFamily="18" charset="0"/>
              </a:rPr>
              <a:t> </a:t>
            </a:r>
            <a:r>
              <a:rPr lang="en-GB" sz="8000" dirty="0" err="1">
                <a:latin typeface="Adobe Garamond Pro Bold" panose="02020702060506020403" pitchFamily="18" charset="0"/>
              </a:rPr>
              <a:t>Jesoa</a:t>
            </a:r>
            <a:r>
              <a:rPr lang="en-GB" sz="8000" dirty="0">
                <a:latin typeface="Adobe Garamond Pro Bold" panose="02020702060506020403" pitchFamily="18" charset="0"/>
              </a:rPr>
              <a:t> </a:t>
            </a:r>
            <a:r>
              <a:rPr lang="en-GB" sz="8000" dirty="0" smtClean="0">
                <a:latin typeface="Adobe Garamond Pro Bold" panose="02020702060506020403" pitchFamily="18" charset="0"/>
              </a:rPr>
              <a:t>!</a:t>
            </a:r>
          </a:p>
          <a:p>
            <a:pPr algn="ctr"/>
            <a:r>
              <a:rPr lang="en-GB" sz="8000" dirty="0" smtClean="0">
                <a:latin typeface="Adobe Garamond Pro Bold" panose="02020702060506020403" pitchFamily="18" charset="0"/>
              </a:rPr>
              <a:t>    </a:t>
            </a:r>
            <a:r>
              <a:rPr lang="en-GB" sz="8000" dirty="0" err="1">
                <a:latin typeface="Adobe Garamond Pro Bold" panose="02020702060506020403" pitchFamily="18" charset="0"/>
              </a:rPr>
              <a:t>Miantso</a:t>
            </a:r>
            <a:r>
              <a:rPr lang="en-GB" sz="8000" dirty="0">
                <a:latin typeface="Adobe Garamond Pro Bold" panose="02020702060506020403" pitchFamily="18" charset="0"/>
              </a:rPr>
              <a:t> </a:t>
            </a:r>
            <a:r>
              <a:rPr lang="en-GB" sz="8000" dirty="0" err="1">
                <a:latin typeface="Adobe Garamond Pro Bold" panose="02020702060506020403" pitchFamily="18" charset="0"/>
              </a:rPr>
              <a:t>ahy</a:t>
            </a:r>
            <a:r>
              <a:rPr lang="en-GB" sz="8000" dirty="0">
                <a:latin typeface="Adobe Garamond Pro Bold" panose="02020702060506020403" pitchFamily="18" charset="0"/>
              </a:rPr>
              <a:t> </a:t>
            </a:r>
            <a:r>
              <a:rPr lang="en-GB" sz="8000" dirty="0" err="1">
                <a:latin typeface="Adobe Garamond Pro Bold" panose="02020702060506020403" pitchFamily="18" charset="0"/>
              </a:rPr>
              <a:t>Hianao</a:t>
            </a:r>
            <a:endParaRPr lang="fr-FR" sz="80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8000" dirty="0">
                <a:latin typeface="Adobe Garamond Pro Bold" panose="02020702060506020403" pitchFamily="18" charset="0"/>
              </a:rPr>
              <a:t>  </a:t>
            </a:r>
            <a:r>
              <a:rPr lang="en-GB" sz="8000" dirty="0" smtClean="0">
                <a:latin typeface="Adobe Garamond Pro Bold" panose="02020702060506020403" pitchFamily="18" charset="0"/>
              </a:rPr>
              <a:t>Na </a:t>
            </a:r>
            <a:r>
              <a:rPr lang="en-GB" sz="8000" dirty="0" err="1">
                <a:latin typeface="Adobe Garamond Pro Bold" panose="02020702060506020403" pitchFamily="18" charset="0"/>
              </a:rPr>
              <a:t>dia</a:t>
            </a:r>
            <a:r>
              <a:rPr lang="en-GB" sz="8000" dirty="0">
                <a:latin typeface="Adobe Garamond Pro Bold" panose="02020702060506020403" pitchFamily="18" charset="0"/>
              </a:rPr>
              <a:t> </a:t>
            </a:r>
            <a:r>
              <a:rPr lang="en-GB" sz="8000" dirty="0" err="1">
                <a:latin typeface="Adobe Garamond Pro Bold" panose="02020702060506020403" pitchFamily="18" charset="0"/>
              </a:rPr>
              <a:t>tsy</a:t>
            </a:r>
            <a:r>
              <a:rPr lang="en-GB" sz="8000" dirty="0">
                <a:latin typeface="Adobe Garamond Pro Bold" panose="02020702060506020403" pitchFamily="18" charset="0"/>
              </a:rPr>
              <a:t> </a:t>
            </a:r>
            <a:r>
              <a:rPr lang="en-GB" sz="8000" dirty="0" err="1" smtClean="0">
                <a:latin typeface="Adobe Garamond Pro Bold" panose="02020702060506020403" pitchFamily="18" charset="0"/>
              </a:rPr>
              <a:t>mendrika</a:t>
            </a:r>
            <a:r>
              <a:rPr lang="en-GB" sz="8000" dirty="0" smtClean="0">
                <a:latin typeface="Adobe Garamond Pro Bold" panose="02020702060506020403" pitchFamily="18" charset="0"/>
              </a:rPr>
              <a:t> e,</a:t>
            </a:r>
          </a:p>
          <a:p>
            <a:pPr algn="ctr"/>
            <a:r>
              <a:rPr lang="en-GB" sz="8000" dirty="0" err="1" smtClean="0">
                <a:latin typeface="Adobe Garamond Pro Bold" panose="02020702060506020403" pitchFamily="18" charset="0"/>
              </a:rPr>
              <a:t>manolo-tena</a:t>
            </a:r>
            <a:r>
              <a:rPr lang="en-GB" sz="8000" dirty="0" smtClean="0">
                <a:latin typeface="Adobe Garamond Pro Bold" panose="02020702060506020403" pitchFamily="18" charset="0"/>
              </a:rPr>
              <a:t> </a:t>
            </a:r>
            <a:r>
              <a:rPr lang="en-GB" sz="8000" dirty="0" err="1" smtClean="0">
                <a:latin typeface="Adobe Garamond Pro Bold" panose="02020702060506020403" pitchFamily="18" charset="0"/>
              </a:rPr>
              <a:t>izao</a:t>
            </a:r>
            <a:r>
              <a:rPr lang="en-GB" sz="8000" dirty="0" smtClean="0">
                <a:latin typeface="Adobe Garamond Pro Bold" panose="02020702060506020403" pitchFamily="18" charset="0"/>
              </a:rPr>
              <a:t>   </a:t>
            </a:r>
            <a:endParaRPr lang="fr-FR" sz="8000" dirty="0"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139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28956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800" dirty="0" err="1" smtClean="0">
                <a:latin typeface="Adobe Garamond Pro Bold" panose="02020702060506020403" pitchFamily="18" charset="0"/>
              </a:rPr>
              <a:t>Ianao</a:t>
            </a:r>
            <a:r>
              <a:rPr lang="en-GB" sz="8800" dirty="0" smtClean="0">
                <a:latin typeface="Adobe Garamond Pro Bold" panose="02020702060506020403" pitchFamily="18" charset="0"/>
              </a:rPr>
              <a:t> </a:t>
            </a:r>
            <a:r>
              <a:rPr lang="en-GB" sz="8800" dirty="0">
                <a:latin typeface="Adobe Garamond Pro Bold" panose="02020702060506020403" pitchFamily="18" charset="0"/>
              </a:rPr>
              <a:t>no </a:t>
            </a:r>
            <a:r>
              <a:rPr lang="en-GB" sz="8800" dirty="0" err="1">
                <a:latin typeface="Adobe Garamond Pro Bold" panose="02020702060506020403" pitchFamily="18" charset="0"/>
              </a:rPr>
              <a:t>nifidy</a:t>
            </a:r>
            <a:r>
              <a:rPr lang="en-GB" sz="8800" dirty="0" smtClean="0">
                <a:latin typeface="Adobe Garamond Pro Bold" panose="02020702060506020403" pitchFamily="18" charset="0"/>
              </a:rPr>
              <a:t>,</a:t>
            </a:r>
            <a:endParaRPr lang="fr-FR" sz="8800" dirty="0">
              <a:latin typeface="Adobe Garamond Pro Bold" panose="02020702060506020403" pitchFamily="18" charset="0"/>
            </a:endParaRPr>
          </a:p>
          <a:p>
            <a:pPr algn="ctr"/>
            <a:r>
              <a:rPr lang="en-GB" sz="8800" dirty="0" smtClean="0">
                <a:latin typeface="Adobe Garamond Pro Bold" panose="02020702060506020403" pitchFamily="18" charset="0"/>
              </a:rPr>
              <a:t>  </a:t>
            </a:r>
            <a:r>
              <a:rPr lang="en-GB" sz="8800" dirty="0" err="1" smtClean="0">
                <a:latin typeface="Adobe Garamond Pro Bold" panose="02020702060506020403" pitchFamily="18" charset="0"/>
              </a:rPr>
              <a:t>Tsy</a:t>
            </a:r>
            <a:r>
              <a:rPr lang="en-GB" sz="8800" dirty="0" smtClean="0">
                <a:latin typeface="Adobe Garamond Pro Bold" panose="02020702060506020403" pitchFamily="18" charset="0"/>
              </a:rPr>
              <a:t> </a:t>
            </a:r>
            <a:r>
              <a:rPr lang="en-GB" sz="8800" dirty="0" err="1">
                <a:latin typeface="Adobe Garamond Pro Bold" panose="02020702060506020403" pitchFamily="18" charset="0"/>
              </a:rPr>
              <a:t>haiko</a:t>
            </a:r>
            <a:r>
              <a:rPr lang="en-GB" sz="8800" dirty="0">
                <a:latin typeface="Adobe Garamond Pro Bold" panose="02020702060506020403" pitchFamily="18" charset="0"/>
              </a:rPr>
              <a:t> </a:t>
            </a:r>
            <a:r>
              <a:rPr lang="en-GB" sz="8800" dirty="0" err="1">
                <a:latin typeface="Adobe Garamond Pro Bold" panose="02020702060506020403" pitchFamily="18" charset="0"/>
              </a:rPr>
              <a:t>ny</a:t>
            </a:r>
            <a:r>
              <a:rPr lang="en-GB" sz="8800" dirty="0">
                <a:latin typeface="Adobe Garamond Pro Bold" panose="02020702060506020403" pitchFamily="18" charset="0"/>
              </a:rPr>
              <a:t> </a:t>
            </a:r>
            <a:r>
              <a:rPr lang="en-GB" sz="8800" dirty="0" err="1">
                <a:latin typeface="Adobe Garamond Pro Bold" panose="02020702060506020403" pitchFamily="18" charset="0"/>
              </a:rPr>
              <a:t>nandà</a:t>
            </a:r>
            <a:endParaRPr lang="fr-FR" sz="88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8800" dirty="0">
                <a:latin typeface="Adobe Garamond Pro Bold" panose="02020702060506020403" pitchFamily="18" charset="0"/>
              </a:rPr>
              <a:t>  </a:t>
            </a:r>
            <a:r>
              <a:rPr lang="en-GB" sz="8800" dirty="0" smtClean="0">
                <a:latin typeface="Adobe Garamond Pro Bold" panose="02020702060506020403" pitchFamily="18" charset="0"/>
              </a:rPr>
              <a:t>‘ </a:t>
            </a:r>
            <a:r>
              <a:rPr lang="en-GB" sz="8800" dirty="0">
                <a:latin typeface="Adobe Garamond Pro Bold" panose="02020702060506020403" pitchFamily="18" charset="0"/>
              </a:rPr>
              <a:t>Ty </a:t>
            </a:r>
            <a:r>
              <a:rPr lang="en-GB" sz="8800" dirty="0" err="1">
                <a:latin typeface="Adobe Garamond Pro Bold" panose="02020702060506020403" pitchFamily="18" charset="0"/>
              </a:rPr>
              <a:t>antso</a:t>
            </a:r>
            <a:r>
              <a:rPr lang="en-GB" sz="8800" dirty="0">
                <a:latin typeface="Adobe Garamond Pro Bold" panose="02020702060506020403" pitchFamily="18" charset="0"/>
              </a:rPr>
              <a:t> </a:t>
            </a:r>
            <a:r>
              <a:rPr lang="en-GB" sz="8800" dirty="0" err="1">
                <a:latin typeface="Adobe Garamond Pro Bold" panose="02020702060506020403" pitchFamily="18" charset="0"/>
              </a:rPr>
              <a:t>sarobidy</a:t>
            </a:r>
            <a:r>
              <a:rPr lang="en-GB" sz="8800" dirty="0">
                <a:latin typeface="Adobe Garamond Pro Bold" panose="02020702060506020403" pitchFamily="18" charset="0"/>
              </a:rPr>
              <a:t> </a:t>
            </a:r>
            <a:endParaRPr lang="fr-FR" sz="88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8800" dirty="0">
                <a:latin typeface="Adobe Garamond Pro Bold" panose="02020702060506020403" pitchFamily="18" charset="0"/>
              </a:rPr>
              <a:t>   </a:t>
            </a:r>
            <a:r>
              <a:rPr lang="en-GB" sz="8800" dirty="0" err="1" smtClean="0">
                <a:latin typeface="Adobe Garamond Pro Bold" panose="02020702060506020403" pitchFamily="18" charset="0"/>
              </a:rPr>
              <a:t>Ry</a:t>
            </a:r>
            <a:r>
              <a:rPr lang="en-GB" sz="8800" dirty="0" smtClean="0">
                <a:latin typeface="Adobe Garamond Pro Bold" panose="02020702060506020403" pitchFamily="18" charset="0"/>
              </a:rPr>
              <a:t> </a:t>
            </a:r>
            <a:r>
              <a:rPr lang="en-GB" sz="8800" dirty="0" err="1">
                <a:latin typeface="Adobe Garamond Pro Bold" panose="02020702060506020403" pitchFamily="18" charset="0"/>
              </a:rPr>
              <a:t>Tompo</a:t>
            </a:r>
            <a:r>
              <a:rPr lang="en-GB" sz="8800" dirty="0">
                <a:latin typeface="Adobe Garamond Pro Bold" panose="02020702060506020403" pitchFamily="18" charset="0"/>
              </a:rPr>
              <a:t>, </a:t>
            </a:r>
            <a:r>
              <a:rPr lang="en-GB" sz="8800" dirty="0" err="1" smtClean="0">
                <a:latin typeface="Adobe Garamond Pro Bold" panose="02020702060506020403" pitchFamily="18" charset="0"/>
              </a:rPr>
              <a:t>mamelà</a:t>
            </a:r>
            <a:r>
              <a:rPr lang="en-GB" sz="8800" dirty="0" smtClean="0">
                <a:latin typeface="Adobe Garamond Pro Bold" panose="02020702060506020403" pitchFamily="18" charset="0"/>
              </a:rPr>
              <a:t>   </a:t>
            </a:r>
            <a:endParaRPr lang="fr-FR" sz="8800" dirty="0"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35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0480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dirty="0" smtClean="0">
                <a:latin typeface="Adobe Garamond Pro Bold" panose="02020702060506020403" pitchFamily="18" charset="0"/>
              </a:rPr>
              <a:t> 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Ny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heloko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rehetra</a:t>
            </a:r>
            <a:r>
              <a:rPr lang="en-GB" sz="7200" dirty="0" smtClean="0">
                <a:latin typeface="Adobe Garamond Pro Bold" panose="02020702060506020403" pitchFamily="18" charset="0"/>
              </a:rPr>
              <a:t>,</a:t>
            </a:r>
            <a:endParaRPr lang="fr-FR" sz="7200" dirty="0"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Diovy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aho</a:t>
            </a:r>
            <a:r>
              <a:rPr lang="en-GB" sz="7200" dirty="0">
                <a:latin typeface="Adobe Garamond Pro Bold" panose="02020702060506020403" pitchFamily="18" charset="0"/>
              </a:rPr>
              <a:t>, </a:t>
            </a:r>
            <a:r>
              <a:rPr lang="en-GB" sz="7200" dirty="0" err="1">
                <a:latin typeface="Adobe Garamond Pro Bold" panose="02020702060506020403" pitchFamily="18" charset="0"/>
              </a:rPr>
              <a:t>havaozy</a:t>
            </a:r>
            <a:endParaRPr lang="fr-FR" sz="72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smtClean="0">
                <a:latin typeface="Adobe Garamond Pro Bold" panose="02020702060506020403" pitchFamily="18" charset="0"/>
              </a:rPr>
              <a:t> 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Ho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olom-baovao</a:t>
            </a:r>
            <a:endParaRPr lang="fr-FR" sz="72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Hanao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ny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sitrakao</a:t>
            </a:r>
            <a:endParaRPr lang="fr-FR" sz="72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Ho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mendrika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tokoa</a:t>
            </a:r>
            <a:endParaRPr lang="fr-FR" sz="72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Ny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antsonao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Jeso</a:t>
            </a:r>
            <a:r>
              <a:rPr lang="en-GB" sz="7200" dirty="0" smtClean="0">
                <a:latin typeface="Adobe Garamond Pro Bold" panose="02020702060506020403" pitchFamily="18" charset="0"/>
              </a:rPr>
              <a:t>.</a:t>
            </a:r>
            <a:endParaRPr lang="fr-FR" sz="7200" dirty="0"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36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441960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   2. </a:t>
            </a:r>
            <a:r>
              <a:rPr lang="en-GB" sz="9600" dirty="0" err="1">
                <a:latin typeface="Adobe Garamond Pro Bold" panose="02020702060506020403" pitchFamily="18" charset="0"/>
              </a:rPr>
              <a:t>Inty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aho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Jesoa</a:t>
            </a:r>
            <a:r>
              <a:rPr lang="en-GB" sz="9600" dirty="0" smtClean="0">
                <a:latin typeface="Adobe Garamond Pro Bold" panose="02020702060506020403" pitchFamily="18" charset="0"/>
              </a:rPr>
              <a:t>,</a:t>
            </a:r>
            <a:endParaRPr lang="fr-FR" sz="9600" dirty="0" smtClean="0">
              <a:latin typeface="Adobe Garamond Pro Bold" panose="02020702060506020403" pitchFamily="18" charset="0"/>
            </a:endParaRPr>
          </a:p>
          <a:p>
            <a:pPr algn="ctr"/>
            <a:r>
              <a:rPr lang="fr-FR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Miantso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ahy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Hianao</a:t>
            </a:r>
            <a:endParaRPr lang="fr-FR" sz="96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Ny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fahalemeko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anie</a:t>
            </a:r>
            <a:r>
              <a:rPr lang="en-GB" sz="9600" dirty="0">
                <a:latin typeface="Adobe Garamond Pro Bold" panose="02020702060506020403" pitchFamily="18" charset="0"/>
              </a:rPr>
              <a:t>,</a:t>
            </a:r>
            <a:endParaRPr lang="fr-FR" sz="96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Ry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Tompo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fantatrao</a:t>
            </a:r>
            <a:r>
              <a:rPr lang="en-GB" sz="9600" dirty="0" smtClean="0">
                <a:latin typeface="Adobe Garamond Pro Bold" panose="02020702060506020403" pitchFamily="18" charset="0"/>
              </a:rPr>
              <a:t>   </a:t>
            </a:r>
            <a:endParaRPr lang="fr-FR" sz="9600" dirty="0"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7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472440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Hianao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>
                <a:latin typeface="Adobe Garamond Pro Bold" panose="02020702060506020403" pitchFamily="18" charset="0"/>
              </a:rPr>
              <a:t>no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nifidy</a:t>
            </a:r>
            <a:endParaRPr lang="fr-FR" sz="9600" dirty="0">
              <a:latin typeface="Adobe Garamond Pro Bold" panose="02020702060506020403" pitchFamily="18" charset="0"/>
            </a:endParaRPr>
          </a:p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Sy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maniraka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ahy</a:t>
            </a:r>
            <a:endParaRPr lang="fr-FR" sz="9600" dirty="0">
              <a:latin typeface="Adobe Garamond Pro Bold" panose="02020702060506020403" pitchFamily="18" charset="0"/>
            </a:endParaRPr>
          </a:p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Avy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aminao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Jeso</a:t>
            </a:r>
            <a:r>
              <a:rPr lang="en-GB" sz="9600" dirty="0" smtClean="0">
                <a:latin typeface="Adobe Garamond Pro Bold" panose="02020702060506020403" pitchFamily="18" charset="0"/>
              </a:rPr>
              <a:t>,</a:t>
            </a:r>
            <a:endParaRPr lang="fr-FR" sz="9600" dirty="0">
              <a:latin typeface="Adobe Garamond Pro Bold" panose="02020702060506020403" pitchFamily="18" charset="0"/>
            </a:endParaRPr>
          </a:p>
          <a:p>
            <a:pPr algn="ctr"/>
            <a:r>
              <a:rPr lang="en-GB" sz="9600" dirty="0" err="1" smtClean="0">
                <a:latin typeface="Adobe Garamond Pro Bold" panose="02020702060506020403" pitchFamily="18" charset="0"/>
              </a:rPr>
              <a:t>Ny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herin’ny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fanahy</a:t>
            </a:r>
            <a:r>
              <a:rPr lang="en-GB" sz="9600" dirty="0" smtClean="0">
                <a:latin typeface="Adobe Garamond Pro Bold" panose="02020702060506020403" pitchFamily="18" charset="0"/>
              </a:rPr>
              <a:t>   </a:t>
            </a:r>
            <a:endParaRPr lang="fr-FR" sz="9600" dirty="0"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85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Ho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entiko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manoa</a:t>
            </a:r>
            <a:endParaRPr lang="fr-FR" sz="72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 smtClean="0">
                <a:latin typeface="Adobe Garamond Pro Bold" panose="02020702060506020403" pitchFamily="18" charset="0"/>
              </a:rPr>
              <a:t> 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Ny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asa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atolotrao</a:t>
            </a:r>
            <a:endParaRPr lang="fr-FR" sz="7200" dirty="0"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Fa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sarotra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smtClean="0">
                <a:latin typeface="Adobe Garamond Pro Bold" panose="02020702060506020403" pitchFamily="18" charset="0"/>
              </a:rPr>
              <a:t>e! </a:t>
            </a:r>
            <a:r>
              <a:rPr lang="en-GB" sz="7200" dirty="0" err="1">
                <a:latin typeface="Adobe Garamond Pro Bold" panose="02020702060506020403" pitchFamily="18" charset="0"/>
              </a:rPr>
              <a:t>ny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dia</a:t>
            </a:r>
            <a:r>
              <a:rPr lang="en-GB" sz="7200" dirty="0" smtClean="0">
                <a:latin typeface="Adobe Garamond Pro Bold" panose="02020702060506020403" pitchFamily="18" charset="0"/>
              </a:rPr>
              <a:t>,</a:t>
            </a:r>
            <a:endParaRPr lang="fr-FR" sz="7200" dirty="0"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 err="1" smtClean="0">
                <a:latin typeface="Adobe Garamond Pro Bold" panose="02020702060506020403" pitchFamily="18" charset="0"/>
              </a:rPr>
              <a:t>Ry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Tompo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Manampia</a:t>
            </a:r>
            <a:r>
              <a:rPr lang="en-GB" sz="7200" dirty="0">
                <a:latin typeface="Adobe Garamond Pro Bold" panose="02020702060506020403" pitchFamily="18" charset="0"/>
              </a:rPr>
              <a:t>,</a:t>
            </a:r>
            <a:endParaRPr lang="fr-FR" sz="72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Ho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mendrika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tokoa</a:t>
            </a:r>
            <a:endParaRPr lang="fr-FR" sz="72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Ny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antsonao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Jesoa</a:t>
            </a:r>
            <a:r>
              <a:rPr lang="en-GB" sz="7200" dirty="0" smtClean="0">
                <a:latin typeface="Adobe Garamond Pro Bold" panose="02020702060506020403" pitchFamily="18" charset="0"/>
              </a:rPr>
              <a:t>.</a:t>
            </a:r>
            <a:endParaRPr lang="fr-FR" sz="7200" dirty="0"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87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502920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 3. </a:t>
            </a:r>
            <a:r>
              <a:rPr lang="en-GB" sz="9600" dirty="0" err="1">
                <a:latin typeface="Adobe Garamond Pro Bold" panose="02020702060506020403" pitchFamily="18" charset="0"/>
              </a:rPr>
              <a:t>Inty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aho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Jesoa</a:t>
            </a:r>
            <a:r>
              <a:rPr lang="en-GB" sz="9600" dirty="0">
                <a:latin typeface="Adobe Garamond Pro Bold" panose="02020702060506020403" pitchFamily="18" charset="0"/>
              </a:rPr>
              <a:t>,</a:t>
            </a:r>
            <a:endParaRPr lang="fr-FR" sz="96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Miantso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ahy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Hianao</a:t>
            </a:r>
            <a:endParaRPr lang="fr-FR" sz="96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Mba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ho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fahazavan</a:t>
            </a:r>
            <a:r>
              <a:rPr lang="en-GB" sz="9600" dirty="0" smtClean="0">
                <a:latin typeface="Adobe Garamond Pro Bold" panose="02020702060506020403" pitchFamily="18" charset="0"/>
              </a:rPr>
              <a:t>’</a:t>
            </a:r>
          </a:p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  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Izao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tontolo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izao</a:t>
            </a:r>
            <a:r>
              <a:rPr lang="en-GB" sz="9600" dirty="0" smtClean="0">
                <a:latin typeface="Adobe Garamond Pro Bold" panose="02020702060506020403" pitchFamily="18" charset="0"/>
              </a:rPr>
              <a:t>   </a:t>
            </a:r>
            <a:endParaRPr lang="fr-FR" sz="9600" dirty="0"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08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457200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Hianao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>
                <a:latin typeface="Adobe Garamond Pro Bold" panose="02020702060506020403" pitchFamily="18" charset="0"/>
              </a:rPr>
              <a:t>no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nifidy</a:t>
            </a:r>
            <a:endParaRPr lang="en-GB" sz="9600" dirty="0" smtClean="0">
              <a:latin typeface="Adobe Garamond Pro Bold" panose="02020702060506020403" pitchFamily="18" charset="0"/>
            </a:endParaRPr>
          </a:p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Ahy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ho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fanasina</a:t>
            </a:r>
            <a:endParaRPr lang="fr-FR" sz="96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Hanefa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ny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adidy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endParaRPr lang="en-GB" sz="9600" dirty="0" smtClean="0">
              <a:latin typeface="Adobe Garamond Pro Bold" panose="02020702060506020403" pitchFamily="18" charset="0"/>
            </a:endParaRPr>
          </a:p>
          <a:p>
            <a:pPr algn="ctr"/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Lehibe</a:t>
            </a:r>
            <a:r>
              <a:rPr lang="en-GB" sz="9600" dirty="0" smtClean="0">
                <a:latin typeface="Adobe Garamond Pro Bold" panose="02020702060506020403" pitchFamily="18" charset="0"/>
              </a:rPr>
              <a:t> </a:t>
            </a:r>
            <a:r>
              <a:rPr lang="en-GB" sz="9600" dirty="0" err="1">
                <a:latin typeface="Adobe Garamond Pro Bold" panose="02020702060506020403" pitchFamily="18" charset="0"/>
              </a:rPr>
              <a:t>sy</a:t>
            </a:r>
            <a:r>
              <a:rPr lang="en-GB" sz="9600" dirty="0">
                <a:latin typeface="Adobe Garamond Pro Bold" panose="02020702060506020403" pitchFamily="18" charset="0"/>
              </a:rPr>
              <a:t> </a:t>
            </a:r>
            <a:r>
              <a:rPr lang="en-GB" sz="9600" dirty="0" err="1" smtClean="0">
                <a:latin typeface="Adobe Garamond Pro Bold" panose="02020702060506020403" pitchFamily="18" charset="0"/>
              </a:rPr>
              <a:t>masina</a:t>
            </a:r>
            <a:endParaRPr lang="fr-FR" sz="9600" dirty="0"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4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17693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dirty="0" smtClean="0">
                <a:latin typeface="Adobe Garamond Pro Bold" panose="02020702060506020403" pitchFamily="18" charset="0"/>
              </a:rPr>
              <a:t>     Koa </a:t>
            </a:r>
            <a:r>
              <a:rPr lang="en-GB" sz="7200" dirty="0" err="1">
                <a:latin typeface="Adobe Garamond Pro Bold" panose="02020702060506020403" pitchFamily="18" charset="0"/>
              </a:rPr>
              <a:t>hamasino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Tompo</a:t>
            </a:r>
            <a:endParaRPr lang="fr-FR" sz="72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>
                <a:latin typeface="Adobe Garamond Pro Bold" panose="02020702060506020403" pitchFamily="18" charset="0"/>
              </a:rPr>
              <a:t>   </a:t>
            </a:r>
            <a:r>
              <a:rPr lang="en-GB" sz="7200" dirty="0" err="1">
                <a:latin typeface="Adobe Garamond Pro Bold" panose="02020702060506020403" pitchFamily="18" charset="0"/>
              </a:rPr>
              <a:t>Fa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vonona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aho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Hanompo</a:t>
            </a:r>
            <a:r>
              <a:rPr lang="en-GB" sz="7200" dirty="0">
                <a:latin typeface="Adobe Garamond Pro Bold" panose="02020702060506020403" pitchFamily="18" charset="0"/>
              </a:rPr>
              <a:t>,</a:t>
            </a:r>
            <a:endParaRPr lang="fr-FR" sz="72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>
                <a:latin typeface="Adobe Garamond Pro Bold" panose="02020702060506020403" pitchFamily="18" charset="0"/>
              </a:rPr>
              <a:t>     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Hombay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ny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herinao</a:t>
            </a:r>
            <a:endParaRPr lang="fr-FR" sz="72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>
                <a:latin typeface="Adobe Garamond Pro Bold" panose="02020702060506020403" pitchFamily="18" charset="0"/>
              </a:rPr>
              <a:t>   </a:t>
            </a:r>
            <a:r>
              <a:rPr lang="en-GB" sz="7200" dirty="0" smtClean="0">
                <a:latin typeface="Adobe Garamond Pro Bold" panose="02020702060506020403" pitchFamily="18" charset="0"/>
              </a:rPr>
              <a:t> 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Hitondra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>
                <a:latin typeface="Adobe Garamond Pro Bold" panose="02020702060506020403" pitchFamily="18" charset="0"/>
              </a:rPr>
              <a:t>aim-</a:t>
            </a:r>
            <a:r>
              <a:rPr lang="en-GB" sz="7200" dirty="0" err="1">
                <a:latin typeface="Adobe Garamond Pro Bold" panose="02020702060506020403" pitchFamily="18" charset="0"/>
              </a:rPr>
              <a:t>baovao</a:t>
            </a:r>
            <a:endParaRPr lang="fr-FR" sz="72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>
                <a:latin typeface="Adobe Garamond Pro Bold" panose="02020702060506020403" pitchFamily="18" charset="0"/>
              </a:rPr>
              <a:t>  </a:t>
            </a:r>
            <a:r>
              <a:rPr lang="en-GB" sz="7200" dirty="0" smtClean="0">
                <a:latin typeface="Adobe Garamond Pro Bold" panose="02020702060506020403" pitchFamily="18" charset="0"/>
              </a:rPr>
              <a:t>    </a:t>
            </a:r>
            <a:r>
              <a:rPr lang="en-GB" sz="7200" dirty="0" err="1">
                <a:latin typeface="Adobe Garamond Pro Bold" panose="02020702060506020403" pitchFamily="18" charset="0"/>
              </a:rPr>
              <a:t>Ho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mendrika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tokoa</a:t>
            </a:r>
            <a:endParaRPr lang="fr-FR" sz="7200" dirty="0" smtClean="0">
              <a:effectLst/>
              <a:latin typeface="Adobe Garamond Pro Bold" panose="02020702060506020403" pitchFamily="18" charset="0"/>
            </a:endParaRPr>
          </a:p>
          <a:p>
            <a:pPr algn="ctr"/>
            <a:r>
              <a:rPr lang="en-GB" sz="7200" dirty="0">
                <a:latin typeface="Adobe Garamond Pro Bold" panose="02020702060506020403" pitchFamily="18" charset="0"/>
              </a:rPr>
              <a:t>   </a:t>
            </a:r>
            <a:r>
              <a:rPr lang="en-GB" sz="7200" dirty="0" smtClean="0">
                <a:latin typeface="Adobe Garamond Pro Bold" panose="02020702060506020403" pitchFamily="18" charset="0"/>
              </a:rPr>
              <a:t>    </a:t>
            </a:r>
            <a:r>
              <a:rPr lang="en-GB" sz="7200" dirty="0" err="1" smtClean="0">
                <a:latin typeface="Adobe Garamond Pro Bold" panose="02020702060506020403" pitchFamily="18" charset="0"/>
              </a:rPr>
              <a:t>Ny</a:t>
            </a:r>
            <a:r>
              <a:rPr lang="en-GB" sz="7200" dirty="0" smtClean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antsonao</a:t>
            </a:r>
            <a:r>
              <a:rPr lang="en-GB" sz="7200" dirty="0">
                <a:latin typeface="Adobe Garamond Pro Bold" panose="02020702060506020403" pitchFamily="18" charset="0"/>
              </a:rPr>
              <a:t> </a:t>
            </a:r>
            <a:r>
              <a:rPr lang="en-GB" sz="7200" dirty="0" err="1">
                <a:latin typeface="Adobe Garamond Pro Bold" panose="02020702060506020403" pitchFamily="18" charset="0"/>
              </a:rPr>
              <a:t>Jesoa</a:t>
            </a:r>
            <a:r>
              <a:rPr lang="en-GB" sz="7200" dirty="0" smtClean="0">
                <a:latin typeface="Adobe Garamond Pro Bold" panose="02020702060506020403" pitchFamily="18" charset="0"/>
              </a:rPr>
              <a:t>.</a:t>
            </a:r>
            <a:endParaRPr lang="fr-FR" sz="7200" dirty="0">
              <a:latin typeface="Adobe Garamond Pro Bold" panose="0202070206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429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59</TotalTime>
  <Words>193</Words>
  <Application>Microsoft Office PowerPoint</Application>
  <PresentationFormat>Grand écran</PresentationFormat>
  <Paragraphs>44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Adobe Garamond Pro Bold</vt:lpstr>
      <vt:lpstr>Century Gothic</vt:lpstr>
      <vt:lpstr>Wingdings 3</vt:lpstr>
      <vt:lpstr>Secteur</vt:lpstr>
      <vt:lpstr>  FF 33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Solofo</dc:creator>
  <cp:lastModifiedBy>Gaming</cp:lastModifiedBy>
  <cp:revision>11</cp:revision>
  <dcterms:created xsi:type="dcterms:W3CDTF">2014-08-29T15:20:39Z</dcterms:created>
  <dcterms:modified xsi:type="dcterms:W3CDTF">2025-12-14T08:35:02Z</dcterms:modified>
</cp:coreProperties>
</file>