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6" r:id="rId2"/>
    <p:sldId id="265" r:id="rId3"/>
    <p:sldId id="264" r:id="rId4"/>
    <p:sldId id="267" r:id="rId5"/>
    <p:sldId id="258" r:id="rId6"/>
    <p:sldId id="259" r:id="rId7"/>
    <p:sldId id="268" r:id="rId8"/>
  </p:sldIdLst>
  <p:sldSz cx="12192000" cy="6858000"/>
  <p:notesSz cx="6858000" cy="9144000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189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377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566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754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5943" algn="l" defTabSz="914377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131" algn="l" defTabSz="914377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320" algn="l" defTabSz="914377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509" algn="l" defTabSz="914377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362" autoAdjust="0"/>
    <p:restoredTop sz="94660"/>
  </p:normalViewPr>
  <p:slideViewPr>
    <p:cSldViewPr>
      <p:cViewPr varScale="1">
        <p:scale>
          <a:sx n="70" d="100"/>
          <a:sy n="70" d="100"/>
        </p:scale>
        <p:origin x="726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189" indent="0" algn="ctr">
              <a:buNone/>
              <a:defRPr/>
            </a:lvl2pPr>
            <a:lvl3pPr marL="914377" indent="0" algn="ctr">
              <a:buNone/>
              <a:defRPr/>
            </a:lvl3pPr>
            <a:lvl4pPr marL="1371566" indent="0" algn="ctr">
              <a:buNone/>
              <a:defRPr/>
            </a:lvl4pPr>
            <a:lvl5pPr marL="1828754" indent="0" algn="ctr">
              <a:buNone/>
              <a:defRPr/>
            </a:lvl5pPr>
            <a:lvl6pPr marL="2285943" indent="0" algn="ctr">
              <a:buNone/>
              <a:defRPr/>
            </a:lvl6pPr>
            <a:lvl7pPr marL="2743131" indent="0" algn="ctr">
              <a:buNone/>
              <a:defRPr/>
            </a:lvl7pPr>
            <a:lvl8pPr marL="3200320" indent="0" algn="ctr">
              <a:buNone/>
              <a:defRPr/>
            </a:lvl8pPr>
            <a:lvl9pPr marL="3657509" indent="0" algn="ctr">
              <a:buNone/>
              <a:defRPr/>
            </a:lvl9pPr>
          </a:lstStyle>
          <a:p>
            <a:r>
              <a:rPr lang="fr-FR" smtClean="0"/>
              <a:t>Cliquez pour modifier le style des sous-titres du masque</a:t>
            </a:r>
            <a:endParaRPr lang="fr-FR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4DB2D1D-6FF4-490F-B5C0-34FF18B3CFA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C83E5ED-87AA-4B0F-AF69-54286271303A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189" indent="0">
              <a:buNone/>
              <a:defRPr sz="1900"/>
            </a:lvl2pPr>
            <a:lvl3pPr marL="914377" indent="0">
              <a:buNone/>
              <a:defRPr sz="1600"/>
            </a:lvl3pPr>
            <a:lvl4pPr marL="1371566" indent="0">
              <a:buNone/>
              <a:defRPr sz="1500"/>
            </a:lvl4pPr>
            <a:lvl5pPr marL="1828754" indent="0">
              <a:buNone/>
              <a:defRPr sz="1500"/>
            </a:lvl5pPr>
            <a:lvl6pPr marL="2285943" indent="0">
              <a:buNone/>
              <a:defRPr sz="1500"/>
            </a:lvl6pPr>
            <a:lvl7pPr marL="2743131" indent="0">
              <a:buNone/>
              <a:defRPr sz="1500"/>
            </a:lvl7pPr>
            <a:lvl8pPr marL="3200320" indent="0">
              <a:buNone/>
              <a:defRPr sz="1500"/>
            </a:lvl8pPr>
            <a:lvl9pPr marL="3657509" indent="0">
              <a:buNone/>
              <a:defRPr sz="15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6B6B2A5-4BDB-4368-8FF6-F8015650C7F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900"/>
            </a:lvl4pPr>
            <a:lvl5pPr>
              <a:defRPr sz="1900"/>
            </a:lvl5pPr>
            <a:lvl6pPr>
              <a:defRPr sz="1900"/>
            </a:lvl6pPr>
            <a:lvl7pPr>
              <a:defRPr sz="1900"/>
            </a:lvl7pPr>
            <a:lvl8pPr>
              <a:defRPr sz="1900"/>
            </a:lvl8pPr>
            <a:lvl9pPr>
              <a:defRPr sz="19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900"/>
            </a:lvl4pPr>
            <a:lvl5pPr>
              <a:defRPr sz="1900"/>
            </a:lvl5pPr>
            <a:lvl6pPr>
              <a:defRPr sz="1900"/>
            </a:lvl6pPr>
            <a:lvl7pPr>
              <a:defRPr sz="1900"/>
            </a:lvl7pPr>
            <a:lvl8pPr>
              <a:defRPr sz="1900"/>
            </a:lvl8pPr>
            <a:lvl9pPr>
              <a:defRPr sz="19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F11E9B2-9DD1-4D2C-BA04-5E5EEE6F8B6A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9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9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9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9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F1CD870-86F6-45DD-A99D-ADAC77BB53E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7AF0E22-3391-4CEB-87E5-C0B7B22AAE53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EEED170-3294-480F-8C71-D69BDF8D2CE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2" y="273049"/>
            <a:ext cx="4011084" cy="116205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2" y="1435102"/>
            <a:ext cx="4011084" cy="4691063"/>
          </a:xfrm>
        </p:spPr>
        <p:txBody>
          <a:bodyPr/>
          <a:lstStyle>
            <a:lvl1pPr marL="0" indent="0">
              <a:buNone/>
              <a:defRPr sz="1500"/>
            </a:lvl1pPr>
            <a:lvl2pPr marL="457189" indent="0">
              <a:buNone/>
              <a:defRPr sz="1200"/>
            </a:lvl2pPr>
            <a:lvl3pPr marL="914377" indent="0">
              <a:buNone/>
              <a:defRPr sz="11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4B56395-1CF3-4B0A-8CC8-4B842641F25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9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pPr lvl="0"/>
            <a:endParaRPr lang="fr-FR" noProof="0" smtClean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3"/>
          </a:xfrm>
        </p:spPr>
        <p:txBody>
          <a:bodyPr/>
          <a:lstStyle>
            <a:lvl1pPr marL="0" indent="0">
              <a:buNone/>
              <a:defRPr sz="1500"/>
            </a:lvl1pPr>
            <a:lvl2pPr marL="457189" indent="0">
              <a:buNone/>
              <a:defRPr sz="1200"/>
            </a:lvl2pPr>
            <a:lvl3pPr marL="914377" indent="0">
              <a:buNone/>
              <a:defRPr sz="11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929D9C9-6B38-4478-AE63-33071E440C7A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6AC7C2F-3B76-49AB-8984-EE69B306D3D4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839200" y="274640"/>
            <a:ext cx="2743200" cy="5851525"/>
          </a:xfrm>
        </p:spPr>
        <p:txBody>
          <a:bodyPr vert="eaVert"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09600" y="274640"/>
            <a:ext cx="8026400" cy="5851525"/>
          </a:xfrm>
        </p:spPr>
        <p:txBody>
          <a:bodyPr vert="eaVert"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347AD07-583D-493A-8C49-C64E44CD76D4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09600" y="274639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smtClean="0"/>
              <a:t>Cliquez pour modifier le style du titre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600201"/>
            <a:ext cx="109728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38" tIns="45719" rIns="91438" bIns="4571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38" tIns="45719" rIns="91438" bIns="45719" numCol="1" anchor="t" anchorCtr="0" compatLnSpc="1">
            <a:prstTxWarp prst="textNoShape">
              <a:avLst/>
            </a:prstTxWarp>
          </a:bodyPr>
          <a:lstStyle>
            <a:lvl1pPr>
              <a:defRPr sz="15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38" tIns="45719" rIns="91438" bIns="45719" numCol="1" anchor="t" anchorCtr="0" compatLnSpc="1">
            <a:prstTxWarp prst="textNoShape">
              <a:avLst/>
            </a:prstTxWarp>
          </a:bodyPr>
          <a:lstStyle>
            <a:lvl1pPr algn="ctr">
              <a:defRPr sz="15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38" tIns="45719" rIns="91438" bIns="45719" numCol="1" anchor="t" anchorCtr="0" compatLnSpc="1">
            <a:prstTxWarp prst="textNoShape">
              <a:avLst/>
            </a:prstTxWarp>
          </a:bodyPr>
          <a:lstStyle>
            <a:lvl1pPr algn="r">
              <a:defRPr sz="1500">
                <a:latin typeface="Arial" charset="0"/>
              </a:defRPr>
            </a:lvl1pPr>
          </a:lstStyle>
          <a:p>
            <a:pPr>
              <a:defRPr/>
            </a:pPr>
            <a:fld id="{DD28D654-2B4B-450F-A5E9-DF728C59634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</p:sldLayoutIdLst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5pPr>
      <a:lvl6pPr marL="457189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6pPr>
      <a:lvl7pPr marL="914377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7pPr>
      <a:lvl8pPr marL="1371566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8pPr>
      <a:lvl9pPr marL="1828754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9pPr>
    </p:titleStyle>
    <p:bodyStyle>
      <a:lvl1pPr marL="342891" indent="-342891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32" indent="-285744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</a:defRPr>
      </a:lvl2pPr>
      <a:lvl3pPr marL="1142971" indent="-228594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160" indent="-228594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349" indent="-228594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537" indent="-228594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726" indent="-228594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8914" indent="-228594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103" indent="-228594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377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Titre 1"/>
          <p:cNvSpPr>
            <a:spLocks noGrp="1"/>
          </p:cNvSpPr>
          <p:nvPr>
            <p:ph type="title"/>
          </p:nvPr>
        </p:nvSpPr>
        <p:spPr>
          <a:xfrm>
            <a:off x="1952625" y="1916832"/>
            <a:ext cx="8229600" cy="1143000"/>
          </a:xfrm>
        </p:spPr>
        <p:txBody>
          <a:bodyPr/>
          <a:lstStyle/>
          <a:p>
            <a:r>
              <a:rPr lang="fr-FR" sz="16700" b="1" dirty="0">
                <a:solidFill>
                  <a:srgbClr val="FF0000"/>
                </a:solidFill>
              </a:rPr>
              <a:t>FF 48</a:t>
            </a:r>
          </a:p>
        </p:txBody>
      </p:sp>
      <p:sp>
        <p:nvSpPr>
          <p:cNvPr id="3075" name="Espace réservé du contenu 2"/>
          <p:cNvSpPr>
            <a:spLocks noGrp="1"/>
          </p:cNvSpPr>
          <p:nvPr>
            <p:ph idx="1"/>
          </p:nvPr>
        </p:nvSpPr>
        <p:spPr>
          <a:xfrm>
            <a:off x="1952625" y="4429127"/>
            <a:ext cx="8229600" cy="1185863"/>
          </a:xfrm>
        </p:spPr>
        <p:txBody>
          <a:bodyPr/>
          <a:lstStyle/>
          <a:p>
            <a:pPr algn="ctr">
              <a:buFontTx/>
              <a:buNone/>
            </a:pPr>
            <a:r>
              <a:rPr lang="fr-FR" sz="4000" b="1" i="1" dirty="0" err="1"/>
              <a:t>Andriamanitra</a:t>
            </a:r>
            <a:r>
              <a:rPr lang="fr-FR" sz="4000" b="1" i="1" dirty="0"/>
              <a:t> </a:t>
            </a:r>
            <a:r>
              <a:rPr lang="fr-FR" sz="4000" b="1" i="1" dirty="0" err="1"/>
              <a:t>Fitiavana</a:t>
            </a:r>
            <a:endParaRPr lang="fr-FR" sz="4000" i="1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ext Box 2"/>
          <p:cNvSpPr txBox="1">
            <a:spLocks noChangeArrowheads="1"/>
          </p:cNvSpPr>
          <p:nvPr/>
        </p:nvSpPr>
        <p:spPr bwMode="auto">
          <a:xfrm>
            <a:off x="0" y="764705"/>
            <a:ext cx="12192000" cy="48370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1438" tIns="45719" rIns="91438" bIns="45719">
            <a:spAutoFit/>
          </a:bodyPr>
          <a:lstStyle/>
          <a:p>
            <a:pPr algn="ctr">
              <a:lnSpc>
                <a:spcPct val="55000"/>
              </a:lnSpc>
              <a:spcBef>
                <a:spcPct val="50000"/>
              </a:spcBef>
            </a:pPr>
            <a:endParaRPr lang="fr-FR" sz="4000" b="1" dirty="0"/>
          </a:p>
          <a:p>
            <a:pPr algn="ctr">
              <a:lnSpc>
                <a:spcPct val="55000"/>
              </a:lnSpc>
              <a:spcBef>
                <a:spcPct val="50000"/>
              </a:spcBef>
            </a:pPr>
            <a:r>
              <a:rPr lang="fr-FR" sz="5500" b="1" dirty="0" smtClean="0"/>
              <a:t>1. </a:t>
            </a:r>
            <a:r>
              <a:rPr lang="fr-FR" sz="5500" b="1" dirty="0" err="1" smtClean="0"/>
              <a:t>Andriamanitra</a:t>
            </a:r>
            <a:r>
              <a:rPr lang="fr-FR" sz="5500" b="1" dirty="0" smtClean="0"/>
              <a:t> </a:t>
            </a:r>
            <a:r>
              <a:rPr lang="fr-FR" sz="5500" b="1" dirty="0" err="1"/>
              <a:t>Fitiavana</a:t>
            </a:r>
            <a:r>
              <a:rPr lang="fr-FR" sz="5500" b="1" dirty="0"/>
              <a:t> </a:t>
            </a:r>
            <a:r>
              <a:rPr lang="fr-FR" sz="5500" b="1" dirty="0" err="1"/>
              <a:t>Ianao</a:t>
            </a:r>
            <a:endParaRPr lang="fr-FR" sz="5500" b="1" dirty="0"/>
          </a:p>
          <a:p>
            <a:pPr algn="ctr">
              <a:lnSpc>
                <a:spcPct val="55000"/>
              </a:lnSpc>
              <a:spcBef>
                <a:spcPct val="50000"/>
              </a:spcBef>
            </a:pPr>
            <a:r>
              <a:rPr lang="fr-FR" sz="5500" b="1" dirty="0"/>
              <a:t>Ka </a:t>
            </a:r>
            <a:r>
              <a:rPr lang="fr-FR" sz="5500" b="1" dirty="0" err="1"/>
              <a:t>mihevitra</a:t>
            </a:r>
            <a:r>
              <a:rPr lang="fr-FR" sz="5500" b="1" dirty="0"/>
              <a:t> </a:t>
            </a:r>
            <a:r>
              <a:rPr lang="fr-FR" sz="5500" b="1" dirty="0" err="1"/>
              <a:t>ny</a:t>
            </a:r>
            <a:r>
              <a:rPr lang="fr-FR" sz="5500" b="1" dirty="0"/>
              <a:t> </a:t>
            </a:r>
            <a:r>
              <a:rPr lang="fr-FR" sz="5500" b="1" dirty="0" err="1"/>
              <a:t>momba</a:t>
            </a:r>
            <a:r>
              <a:rPr lang="fr-FR" sz="5500" b="1" dirty="0"/>
              <a:t> </a:t>
            </a:r>
            <a:r>
              <a:rPr lang="fr-FR" sz="5500" b="1" dirty="0" err="1"/>
              <a:t>anay</a:t>
            </a:r>
            <a:r>
              <a:rPr lang="fr-FR" sz="5500" b="1" dirty="0"/>
              <a:t> </a:t>
            </a:r>
            <a:r>
              <a:rPr lang="fr-FR" sz="5500" b="1" dirty="0" err="1"/>
              <a:t>ety</a:t>
            </a:r>
            <a:endParaRPr lang="fr-FR" sz="5500" b="1" dirty="0"/>
          </a:p>
          <a:p>
            <a:pPr algn="ctr">
              <a:lnSpc>
                <a:spcPct val="55000"/>
              </a:lnSpc>
              <a:spcBef>
                <a:spcPct val="50000"/>
              </a:spcBef>
            </a:pPr>
            <a:r>
              <a:rPr lang="fr-FR" sz="5500" b="1" dirty="0" err="1"/>
              <a:t>Raha</a:t>
            </a:r>
            <a:r>
              <a:rPr lang="fr-FR" sz="5500" b="1" dirty="0"/>
              <a:t> </a:t>
            </a:r>
            <a:r>
              <a:rPr lang="fr-FR" sz="5500" b="1" dirty="0" err="1"/>
              <a:t>mifoha</a:t>
            </a:r>
            <a:r>
              <a:rPr lang="fr-FR" sz="5500" b="1" dirty="0"/>
              <a:t> </a:t>
            </a:r>
            <a:r>
              <a:rPr lang="fr-FR" sz="5500" b="1" dirty="0" err="1"/>
              <a:t>maraina</a:t>
            </a:r>
            <a:r>
              <a:rPr lang="fr-FR" sz="5500" b="1" dirty="0"/>
              <a:t> </a:t>
            </a:r>
            <a:r>
              <a:rPr lang="fr-FR" sz="5500" b="1" dirty="0" err="1"/>
              <a:t>izahay</a:t>
            </a:r>
            <a:endParaRPr lang="fr-FR" sz="5500" b="1" dirty="0"/>
          </a:p>
          <a:p>
            <a:pPr algn="ctr">
              <a:lnSpc>
                <a:spcPct val="55000"/>
              </a:lnSpc>
              <a:spcBef>
                <a:spcPct val="50000"/>
              </a:spcBef>
            </a:pPr>
            <a:r>
              <a:rPr lang="fr-FR" sz="5500" b="1" dirty="0"/>
              <a:t>Dia </a:t>
            </a:r>
            <a:r>
              <a:rPr lang="fr-FR" sz="5500" b="1" dirty="0" err="1"/>
              <a:t>tsy</a:t>
            </a:r>
            <a:r>
              <a:rPr lang="fr-FR" sz="5500" b="1" dirty="0"/>
              <a:t> </a:t>
            </a:r>
            <a:r>
              <a:rPr lang="fr-FR" sz="5500" b="1" dirty="0" err="1"/>
              <a:t>afaka</a:t>
            </a:r>
            <a:r>
              <a:rPr lang="fr-FR" sz="5500" b="1" dirty="0"/>
              <a:t> </a:t>
            </a:r>
            <a:r>
              <a:rPr lang="fr-FR" sz="5500" b="1" dirty="0" err="1"/>
              <a:t>am-bavanay</a:t>
            </a:r>
            <a:r>
              <a:rPr lang="fr-FR" sz="5500" b="1" dirty="0"/>
              <a:t> </a:t>
            </a:r>
            <a:r>
              <a:rPr lang="fr-FR" sz="5500" b="1" dirty="0" err="1"/>
              <a:t>ny</a:t>
            </a:r>
            <a:r>
              <a:rPr lang="fr-FR" sz="5500" b="1" dirty="0"/>
              <a:t> </a:t>
            </a:r>
            <a:r>
              <a:rPr lang="fr-FR" sz="5500" b="1" dirty="0" err="1"/>
              <a:t>hoe</a:t>
            </a:r>
            <a:r>
              <a:rPr lang="fr-FR" sz="5500" b="1" dirty="0"/>
              <a:t>:</a:t>
            </a:r>
          </a:p>
          <a:p>
            <a:pPr algn="ctr">
              <a:lnSpc>
                <a:spcPct val="55000"/>
              </a:lnSpc>
              <a:spcBef>
                <a:spcPct val="50000"/>
              </a:spcBef>
            </a:pPr>
            <a:r>
              <a:rPr lang="fr-FR" sz="5500" b="1" dirty="0"/>
              <a:t>« </a:t>
            </a:r>
            <a:r>
              <a:rPr lang="fr-FR" sz="5500" b="1" dirty="0" err="1"/>
              <a:t>Ampy</a:t>
            </a:r>
            <a:r>
              <a:rPr lang="fr-FR" sz="5500" b="1" dirty="0"/>
              <a:t> ho </a:t>
            </a:r>
            <a:r>
              <a:rPr lang="fr-FR" sz="5500" b="1" dirty="0" err="1"/>
              <a:t>anay</a:t>
            </a:r>
            <a:r>
              <a:rPr lang="fr-FR" sz="5500" b="1" dirty="0"/>
              <a:t> </a:t>
            </a:r>
            <a:r>
              <a:rPr lang="fr-FR" sz="5500" b="1" dirty="0" err="1"/>
              <a:t>ny</a:t>
            </a:r>
            <a:r>
              <a:rPr lang="fr-FR" sz="5500" b="1" dirty="0"/>
              <a:t> </a:t>
            </a:r>
            <a:r>
              <a:rPr lang="fr-FR" sz="5500" b="1" dirty="0" err="1"/>
              <a:t>fahasoavanao</a:t>
            </a:r>
            <a:r>
              <a:rPr lang="fr-FR" sz="5500" b="1" dirty="0"/>
              <a:t> »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>
          <a:xfrm>
            <a:off x="-7560" y="332656"/>
            <a:ext cx="12192000" cy="6408712"/>
          </a:xfrm>
        </p:spPr>
        <p:txBody>
          <a:bodyPr/>
          <a:lstStyle/>
          <a:p>
            <a:r>
              <a:rPr lang="en-GB" sz="5500" b="1" dirty="0" err="1">
                <a:solidFill>
                  <a:srgbClr val="003300"/>
                </a:solidFill>
              </a:rPr>
              <a:t>Raha</a:t>
            </a:r>
            <a:r>
              <a:rPr lang="en-GB" sz="5500" b="1" dirty="0">
                <a:solidFill>
                  <a:srgbClr val="003300"/>
                </a:solidFill>
              </a:rPr>
              <a:t> </a:t>
            </a:r>
            <a:r>
              <a:rPr lang="en-GB" sz="5500" b="1" dirty="0" err="1">
                <a:solidFill>
                  <a:srgbClr val="003300"/>
                </a:solidFill>
              </a:rPr>
              <a:t>maraina</a:t>
            </a:r>
            <a:r>
              <a:rPr lang="en-GB" sz="5500" b="1" dirty="0">
                <a:solidFill>
                  <a:srgbClr val="003300"/>
                </a:solidFill>
              </a:rPr>
              <a:t> </a:t>
            </a:r>
            <a:r>
              <a:rPr lang="en-GB" sz="5500" b="1" dirty="0" err="1">
                <a:solidFill>
                  <a:srgbClr val="003300"/>
                </a:solidFill>
              </a:rPr>
              <a:t>mibaliaka</a:t>
            </a:r>
            <a:r>
              <a:rPr lang="en-GB" sz="5500" b="1" dirty="0">
                <a:solidFill>
                  <a:srgbClr val="003300"/>
                </a:solidFill>
              </a:rPr>
              <a:t> </a:t>
            </a:r>
            <a:r>
              <a:rPr lang="en-GB" sz="5500" b="1" dirty="0" err="1">
                <a:solidFill>
                  <a:srgbClr val="003300"/>
                </a:solidFill>
              </a:rPr>
              <a:t>ny</a:t>
            </a:r>
            <a:r>
              <a:rPr lang="en-GB" sz="5500" b="1" dirty="0">
                <a:solidFill>
                  <a:srgbClr val="003300"/>
                </a:solidFill>
              </a:rPr>
              <a:t> </a:t>
            </a:r>
            <a:r>
              <a:rPr lang="en-GB" sz="5500" b="1" dirty="0" err="1">
                <a:solidFill>
                  <a:srgbClr val="003300"/>
                </a:solidFill>
              </a:rPr>
              <a:t>andronay</a:t>
            </a:r>
            <a:r>
              <a:rPr lang="en-GB" sz="5500" b="1" dirty="0">
                <a:solidFill>
                  <a:srgbClr val="003300"/>
                </a:solidFill>
              </a:rPr>
              <a:t> </a:t>
            </a:r>
            <a:r>
              <a:rPr lang="en-GB" sz="5500" b="1" dirty="0" err="1">
                <a:solidFill>
                  <a:srgbClr val="003300"/>
                </a:solidFill>
              </a:rPr>
              <a:t>etý</a:t>
            </a:r>
            <a:r>
              <a:rPr lang="en-GB" sz="5500" b="1" dirty="0">
                <a:solidFill>
                  <a:srgbClr val="003300"/>
                </a:solidFill>
              </a:rPr>
              <a:t/>
            </a:r>
            <a:br>
              <a:rPr lang="en-GB" sz="5500" b="1" dirty="0">
                <a:solidFill>
                  <a:srgbClr val="003300"/>
                </a:solidFill>
              </a:rPr>
            </a:br>
            <a:r>
              <a:rPr lang="en-GB" sz="5500" b="1" dirty="0" err="1">
                <a:solidFill>
                  <a:srgbClr val="003300"/>
                </a:solidFill>
              </a:rPr>
              <a:t>Ianao</a:t>
            </a:r>
            <a:r>
              <a:rPr lang="en-GB" sz="5500" b="1" dirty="0">
                <a:solidFill>
                  <a:srgbClr val="003300"/>
                </a:solidFill>
              </a:rPr>
              <a:t> no </a:t>
            </a:r>
            <a:r>
              <a:rPr lang="en-GB" sz="5500" b="1" dirty="0" err="1">
                <a:solidFill>
                  <a:srgbClr val="003300"/>
                </a:solidFill>
              </a:rPr>
              <a:t>masoandro</a:t>
            </a:r>
            <a:r>
              <a:rPr lang="en-GB" sz="5500" b="1" dirty="0">
                <a:solidFill>
                  <a:srgbClr val="003300"/>
                </a:solidFill>
              </a:rPr>
              <a:t> </a:t>
            </a:r>
            <a:r>
              <a:rPr lang="en-GB" sz="5500" b="1" dirty="0" err="1">
                <a:solidFill>
                  <a:srgbClr val="003300"/>
                </a:solidFill>
              </a:rPr>
              <a:t>niaviany</a:t>
            </a:r>
            <a:r>
              <a:rPr lang="en-GB" sz="5500" b="1" dirty="0">
                <a:solidFill>
                  <a:srgbClr val="003300"/>
                </a:solidFill>
              </a:rPr>
              <a:t/>
            </a:r>
            <a:br>
              <a:rPr lang="en-GB" sz="5500" b="1" dirty="0">
                <a:solidFill>
                  <a:srgbClr val="003300"/>
                </a:solidFill>
              </a:rPr>
            </a:br>
            <a:r>
              <a:rPr lang="en-GB" sz="5500" b="1" dirty="0" err="1">
                <a:solidFill>
                  <a:srgbClr val="003300"/>
                </a:solidFill>
              </a:rPr>
              <a:t>Raha</a:t>
            </a:r>
            <a:r>
              <a:rPr lang="en-GB" sz="5500" b="1" dirty="0">
                <a:solidFill>
                  <a:srgbClr val="003300"/>
                </a:solidFill>
              </a:rPr>
              <a:t> </a:t>
            </a:r>
            <a:r>
              <a:rPr lang="en-GB" sz="5500" b="1" dirty="0" err="1">
                <a:solidFill>
                  <a:srgbClr val="003300"/>
                </a:solidFill>
              </a:rPr>
              <a:t>ny</a:t>
            </a:r>
            <a:r>
              <a:rPr lang="en-GB" sz="5500" b="1" dirty="0">
                <a:solidFill>
                  <a:srgbClr val="003300"/>
                </a:solidFill>
              </a:rPr>
              <a:t> </a:t>
            </a:r>
            <a:r>
              <a:rPr lang="en-GB" sz="5500" b="1" dirty="0" err="1">
                <a:solidFill>
                  <a:srgbClr val="003300"/>
                </a:solidFill>
              </a:rPr>
              <a:t>alin’ny</a:t>
            </a:r>
            <a:r>
              <a:rPr lang="en-GB" sz="5500" b="1" dirty="0">
                <a:solidFill>
                  <a:srgbClr val="003300"/>
                </a:solidFill>
              </a:rPr>
              <a:t> </a:t>
            </a:r>
            <a:r>
              <a:rPr lang="en-GB" sz="5500" b="1" dirty="0" err="1">
                <a:solidFill>
                  <a:srgbClr val="003300"/>
                </a:solidFill>
              </a:rPr>
              <a:t>ririnina</a:t>
            </a:r>
            <a:r>
              <a:rPr lang="en-GB" sz="5500" b="1" dirty="0">
                <a:solidFill>
                  <a:srgbClr val="003300"/>
                </a:solidFill>
              </a:rPr>
              <a:t> no </a:t>
            </a:r>
            <a:r>
              <a:rPr lang="en-GB" sz="5500" b="1" dirty="0" err="1">
                <a:solidFill>
                  <a:srgbClr val="003300"/>
                </a:solidFill>
              </a:rPr>
              <a:t>handalo</a:t>
            </a:r>
            <a:r>
              <a:rPr lang="en-GB" sz="5500" b="1" dirty="0">
                <a:solidFill>
                  <a:srgbClr val="003300"/>
                </a:solidFill>
              </a:rPr>
              <a:t> </a:t>
            </a:r>
            <a:r>
              <a:rPr lang="en-GB" sz="5500" b="1" dirty="0" err="1">
                <a:solidFill>
                  <a:srgbClr val="003300"/>
                </a:solidFill>
              </a:rPr>
              <a:t>etý</a:t>
            </a:r>
            <a:r>
              <a:rPr lang="en-GB" sz="5500" b="1" dirty="0">
                <a:solidFill>
                  <a:srgbClr val="003300"/>
                </a:solidFill>
              </a:rPr>
              <a:t/>
            </a:r>
            <a:br>
              <a:rPr lang="en-GB" sz="5500" b="1" dirty="0">
                <a:solidFill>
                  <a:srgbClr val="003300"/>
                </a:solidFill>
              </a:rPr>
            </a:br>
            <a:r>
              <a:rPr lang="en-GB" sz="5500" b="1" dirty="0" err="1">
                <a:solidFill>
                  <a:srgbClr val="003300"/>
                </a:solidFill>
              </a:rPr>
              <a:t>Ianao</a:t>
            </a:r>
            <a:r>
              <a:rPr lang="en-GB" sz="5500" b="1" dirty="0">
                <a:solidFill>
                  <a:srgbClr val="003300"/>
                </a:solidFill>
              </a:rPr>
              <a:t> no </a:t>
            </a:r>
            <a:r>
              <a:rPr lang="en-GB" sz="5500" b="1" dirty="0" err="1">
                <a:solidFill>
                  <a:srgbClr val="003300"/>
                </a:solidFill>
              </a:rPr>
              <a:t>kintana</a:t>
            </a:r>
            <a:r>
              <a:rPr lang="en-GB" sz="5500" b="1" dirty="0">
                <a:solidFill>
                  <a:srgbClr val="003300"/>
                </a:solidFill>
              </a:rPr>
              <a:t> </a:t>
            </a:r>
            <a:r>
              <a:rPr lang="en-GB" sz="5500" b="1" dirty="0" err="1">
                <a:solidFill>
                  <a:srgbClr val="003300"/>
                </a:solidFill>
              </a:rPr>
              <a:t>hitantana</a:t>
            </a:r>
            <a:r>
              <a:rPr lang="en-GB" sz="5500" b="1" dirty="0">
                <a:solidFill>
                  <a:srgbClr val="003300"/>
                </a:solidFill>
              </a:rPr>
              <a:t> </a:t>
            </a:r>
            <a:r>
              <a:rPr lang="en-GB" sz="5500" b="1" dirty="0" err="1">
                <a:solidFill>
                  <a:srgbClr val="003300"/>
                </a:solidFill>
              </a:rPr>
              <a:t>ny</a:t>
            </a:r>
            <a:r>
              <a:rPr lang="en-GB" sz="5500" b="1" dirty="0">
                <a:solidFill>
                  <a:srgbClr val="003300"/>
                </a:solidFill>
              </a:rPr>
              <a:t> </a:t>
            </a:r>
            <a:r>
              <a:rPr lang="en-GB" sz="5500" b="1" dirty="0" err="1">
                <a:solidFill>
                  <a:srgbClr val="003300"/>
                </a:solidFill>
              </a:rPr>
              <a:t>dia</a:t>
            </a:r>
            <a:endParaRPr lang="fr-FR" sz="5500" b="1" dirty="0">
              <a:solidFill>
                <a:srgbClr val="0033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6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506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1412777"/>
            <a:ext cx="12192000" cy="3586163"/>
          </a:xfrm>
        </p:spPr>
        <p:txBody>
          <a:bodyPr/>
          <a:lstStyle/>
          <a:p>
            <a:r>
              <a:rPr lang="en-GB" sz="6000" b="1" dirty="0" err="1">
                <a:solidFill>
                  <a:srgbClr val="003300"/>
                </a:solidFill>
              </a:rPr>
              <a:t>Ka</a:t>
            </a:r>
            <a:r>
              <a:rPr lang="en-GB" sz="6000" b="1" dirty="0">
                <a:solidFill>
                  <a:srgbClr val="003300"/>
                </a:solidFill>
              </a:rPr>
              <a:t> </a:t>
            </a:r>
            <a:r>
              <a:rPr lang="en-GB" sz="6000" b="1" dirty="0" err="1">
                <a:solidFill>
                  <a:srgbClr val="003300"/>
                </a:solidFill>
              </a:rPr>
              <a:t>ny</a:t>
            </a:r>
            <a:r>
              <a:rPr lang="en-GB" sz="6000" b="1" dirty="0">
                <a:solidFill>
                  <a:srgbClr val="003300"/>
                </a:solidFill>
              </a:rPr>
              <a:t> </a:t>
            </a:r>
            <a:r>
              <a:rPr lang="en-GB" sz="6000" b="1" dirty="0" err="1">
                <a:solidFill>
                  <a:srgbClr val="003300"/>
                </a:solidFill>
              </a:rPr>
              <a:t>vavaka</a:t>
            </a:r>
            <a:r>
              <a:rPr lang="en-GB" sz="6000" b="1" dirty="0">
                <a:solidFill>
                  <a:srgbClr val="003300"/>
                </a:solidFill>
              </a:rPr>
              <a:t> </a:t>
            </a:r>
            <a:r>
              <a:rPr lang="en-GB" sz="6000" b="1" dirty="0" err="1">
                <a:solidFill>
                  <a:srgbClr val="003300"/>
                </a:solidFill>
              </a:rPr>
              <a:t>atao</a:t>
            </a:r>
            <a:r>
              <a:rPr lang="en-GB" sz="6000" b="1" dirty="0">
                <a:solidFill>
                  <a:srgbClr val="003300"/>
                </a:solidFill>
              </a:rPr>
              <a:t/>
            </a:r>
            <a:br>
              <a:rPr lang="en-GB" sz="6000" b="1" dirty="0">
                <a:solidFill>
                  <a:srgbClr val="003300"/>
                </a:solidFill>
              </a:rPr>
            </a:br>
            <a:r>
              <a:rPr lang="en-GB" sz="6000" b="1" dirty="0" err="1">
                <a:solidFill>
                  <a:srgbClr val="003300"/>
                </a:solidFill>
              </a:rPr>
              <a:t>Izay</a:t>
            </a:r>
            <a:r>
              <a:rPr lang="en-GB" sz="6000" b="1" dirty="0">
                <a:solidFill>
                  <a:srgbClr val="003300"/>
                </a:solidFill>
              </a:rPr>
              <a:t> </a:t>
            </a:r>
            <a:r>
              <a:rPr lang="en-GB" sz="6000" b="1" dirty="0" err="1">
                <a:solidFill>
                  <a:srgbClr val="003300"/>
                </a:solidFill>
              </a:rPr>
              <a:t>mipololotra</a:t>
            </a:r>
            <a:r>
              <a:rPr lang="en-GB" sz="6000" b="1" dirty="0">
                <a:solidFill>
                  <a:srgbClr val="003300"/>
                </a:solidFill>
              </a:rPr>
              <a:t> am-</a:t>
            </a:r>
            <a:r>
              <a:rPr lang="en-GB" sz="6000" b="1" dirty="0" err="1">
                <a:solidFill>
                  <a:srgbClr val="003300"/>
                </a:solidFill>
              </a:rPr>
              <a:t>ponay</a:t>
            </a:r>
            <a:r>
              <a:rPr lang="en-GB" sz="6000" b="1" dirty="0">
                <a:solidFill>
                  <a:srgbClr val="003300"/>
                </a:solidFill>
              </a:rPr>
              <a:t> </a:t>
            </a:r>
            <a:r>
              <a:rPr lang="en-GB" sz="6000" b="1" dirty="0" err="1">
                <a:solidFill>
                  <a:srgbClr val="003300"/>
                </a:solidFill>
              </a:rPr>
              <a:t>ao</a:t>
            </a:r>
            <a:r>
              <a:rPr lang="en-GB" sz="6000" b="1" dirty="0">
                <a:solidFill>
                  <a:srgbClr val="003300"/>
                </a:solidFill>
              </a:rPr>
              <a:t> hoe </a:t>
            </a:r>
            <a:r>
              <a:rPr lang="en-GB" sz="6000" b="1" dirty="0" err="1">
                <a:solidFill>
                  <a:srgbClr val="003300"/>
                </a:solidFill>
              </a:rPr>
              <a:t>Izahay</a:t>
            </a:r>
            <a:r>
              <a:rPr lang="en-GB" sz="6000" b="1" dirty="0">
                <a:solidFill>
                  <a:srgbClr val="003300"/>
                </a:solidFill>
              </a:rPr>
              <a:t> </a:t>
            </a:r>
            <a:r>
              <a:rPr lang="en-GB" sz="6000" b="1" dirty="0" err="1">
                <a:solidFill>
                  <a:srgbClr val="003300"/>
                </a:solidFill>
              </a:rPr>
              <a:t>anie</a:t>
            </a:r>
            <a:r>
              <a:rPr lang="en-GB" sz="6000" b="1" dirty="0">
                <a:solidFill>
                  <a:srgbClr val="003300"/>
                </a:solidFill>
              </a:rPr>
              <a:t> </a:t>
            </a:r>
            <a:r>
              <a:rPr lang="en-GB" sz="6000" b="1" dirty="0" err="1">
                <a:solidFill>
                  <a:srgbClr val="003300"/>
                </a:solidFill>
              </a:rPr>
              <a:t>hatoky</a:t>
            </a:r>
            <a:r>
              <a:rPr lang="en-GB" sz="6000" b="1" dirty="0">
                <a:solidFill>
                  <a:srgbClr val="003300"/>
                </a:solidFill>
              </a:rPr>
              <a:t> </a:t>
            </a:r>
            <a:r>
              <a:rPr lang="en-GB" sz="6000" b="1" dirty="0" err="1">
                <a:solidFill>
                  <a:srgbClr val="003300"/>
                </a:solidFill>
              </a:rPr>
              <a:t>Anao</a:t>
            </a:r>
            <a:r>
              <a:rPr lang="en-GB" sz="6000" b="1" dirty="0">
                <a:solidFill>
                  <a:srgbClr val="003300"/>
                </a:solidFill>
              </a:rPr>
              <a:t>.</a:t>
            </a:r>
            <a:endParaRPr lang="fr-FR" sz="6000" b="1" dirty="0">
              <a:solidFill>
                <a:srgbClr val="0033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96422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6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50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ext Box 2"/>
          <p:cNvSpPr txBox="1">
            <a:spLocks noChangeArrowheads="1"/>
          </p:cNvSpPr>
          <p:nvPr/>
        </p:nvSpPr>
        <p:spPr bwMode="auto">
          <a:xfrm>
            <a:off x="0" y="1052737"/>
            <a:ext cx="12192000" cy="40882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1438" tIns="45719" rIns="91438" bIns="45719">
            <a:spAutoFit/>
          </a:bodyPr>
          <a:lstStyle/>
          <a:p>
            <a:pPr algn="ctr">
              <a:lnSpc>
                <a:spcPct val="55000"/>
              </a:lnSpc>
              <a:spcBef>
                <a:spcPct val="50000"/>
              </a:spcBef>
            </a:pPr>
            <a:r>
              <a:rPr lang="fr-FR" sz="5500" b="1" smtClean="0"/>
              <a:t>2. Andriamanitra</a:t>
            </a:r>
            <a:r>
              <a:rPr lang="fr-FR" sz="5500" b="1" dirty="0" smtClean="0"/>
              <a:t> </a:t>
            </a:r>
            <a:r>
              <a:rPr lang="fr-FR" sz="5500" b="1" dirty="0" err="1"/>
              <a:t>Fitiavana</a:t>
            </a:r>
            <a:r>
              <a:rPr lang="fr-FR" sz="5500" b="1" dirty="0"/>
              <a:t> </a:t>
            </a:r>
            <a:r>
              <a:rPr lang="fr-FR" sz="5500" b="1" dirty="0" err="1"/>
              <a:t>Ianao</a:t>
            </a:r>
            <a:endParaRPr lang="fr-FR" sz="5500" b="1" dirty="0"/>
          </a:p>
          <a:p>
            <a:pPr algn="ctr">
              <a:lnSpc>
                <a:spcPct val="55000"/>
              </a:lnSpc>
              <a:spcBef>
                <a:spcPct val="50000"/>
              </a:spcBef>
            </a:pPr>
            <a:r>
              <a:rPr lang="fr-FR" sz="5500" b="1" dirty="0"/>
              <a:t>Ka </a:t>
            </a:r>
            <a:r>
              <a:rPr lang="fr-FR" sz="5500" b="1" dirty="0" err="1"/>
              <a:t>mitantana</a:t>
            </a:r>
            <a:r>
              <a:rPr lang="fr-FR" sz="5500" b="1" dirty="0"/>
              <a:t> </a:t>
            </a:r>
            <a:r>
              <a:rPr lang="fr-FR" sz="5500" b="1" dirty="0" err="1"/>
              <a:t>ny</a:t>
            </a:r>
            <a:r>
              <a:rPr lang="fr-FR" sz="5500" b="1" dirty="0"/>
              <a:t> </a:t>
            </a:r>
            <a:r>
              <a:rPr lang="fr-FR" sz="5500" b="1" dirty="0" err="1"/>
              <a:t>dianay</a:t>
            </a:r>
            <a:r>
              <a:rPr lang="fr-FR" sz="5500" b="1" dirty="0"/>
              <a:t> </a:t>
            </a:r>
            <a:r>
              <a:rPr lang="fr-FR" sz="5500" b="1" dirty="0" err="1"/>
              <a:t>ety</a:t>
            </a:r>
            <a:endParaRPr lang="fr-FR" sz="5500" b="1" dirty="0"/>
          </a:p>
          <a:p>
            <a:pPr algn="ctr">
              <a:lnSpc>
                <a:spcPct val="55000"/>
              </a:lnSpc>
              <a:spcBef>
                <a:spcPct val="50000"/>
              </a:spcBef>
            </a:pPr>
            <a:r>
              <a:rPr lang="fr-FR" sz="5500" b="1" dirty="0" err="1"/>
              <a:t>Raha</a:t>
            </a:r>
            <a:r>
              <a:rPr lang="fr-FR" sz="5500" b="1" dirty="0"/>
              <a:t> </a:t>
            </a:r>
            <a:r>
              <a:rPr lang="fr-FR" sz="5500" b="1" dirty="0" err="1"/>
              <a:t>handimby</a:t>
            </a:r>
            <a:r>
              <a:rPr lang="fr-FR" sz="5500" b="1" dirty="0"/>
              <a:t> </a:t>
            </a:r>
            <a:r>
              <a:rPr lang="fr-FR" sz="5500" b="1" dirty="0" err="1"/>
              <a:t>ny</a:t>
            </a:r>
            <a:r>
              <a:rPr lang="fr-FR" sz="5500" b="1" dirty="0"/>
              <a:t> </a:t>
            </a:r>
            <a:r>
              <a:rPr lang="fr-FR" sz="5500" b="1" dirty="0" err="1"/>
              <a:t>andro</a:t>
            </a:r>
            <a:r>
              <a:rPr lang="fr-FR" sz="5500" b="1" dirty="0"/>
              <a:t> </a:t>
            </a:r>
            <a:r>
              <a:rPr lang="fr-FR" sz="5500" b="1" dirty="0" err="1"/>
              <a:t>ny</a:t>
            </a:r>
            <a:r>
              <a:rPr lang="fr-FR" sz="5500" b="1" dirty="0"/>
              <a:t> </a:t>
            </a:r>
            <a:r>
              <a:rPr lang="fr-FR" sz="5500" b="1" dirty="0" err="1"/>
              <a:t>alina</a:t>
            </a:r>
            <a:endParaRPr lang="fr-FR" sz="5500" b="1" dirty="0"/>
          </a:p>
          <a:p>
            <a:pPr algn="ctr">
              <a:lnSpc>
                <a:spcPct val="55000"/>
              </a:lnSpc>
              <a:spcBef>
                <a:spcPct val="50000"/>
              </a:spcBef>
            </a:pPr>
            <a:r>
              <a:rPr lang="fr-FR" sz="5500" b="1" dirty="0" err="1"/>
              <a:t>Mbola</a:t>
            </a:r>
            <a:r>
              <a:rPr lang="fr-FR" sz="5500" b="1" dirty="0"/>
              <a:t> </a:t>
            </a:r>
            <a:r>
              <a:rPr lang="fr-FR" sz="5500" b="1" dirty="0" err="1"/>
              <a:t>tokana</a:t>
            </a:r>
            <a:r>
              <a:rPr lang="fr-FR" sz="5500" b="1" dirty="0"/>
              <a:t> </a:t>
            </a:r>
            <a:r>
              <a:rPr lang="fr-FR" sz="5500" b="1" dirty="0" err="1"/>
              <a:t>ny</a:t>
            </a:r>
            <a:r>
              <a:rPr lang="fr-FR" sz="5500" b="1" dirty="0"/>
              <a:t> </a:t>
            </a:r>
            <a:r>
              <a:rPr lang="fr-FR" sz="5500" b="1" dirty="0" err="1"/>
              <a:t>deranay</a:t>
            </a:r>
            <a:r>
              <a:rPr lang="fr-FR" sz="5500" b="1" dirty="0"/>
              <a:t> </a:t>
            </a:r>
            <a:r>
              <a:rPr lang="fr-FR" sz="5500" b="1" dirty="0" err="1"/>
              <a:t>hoe</a:t>
            </a:r>
            <a:endParaRPr lang="fr-FR" sz="5500" b="1" dirty="0"/>
          </a:p>
          <a:p>
            <a:pPr algn="ctr">
              <a:lnSpc>
                <a:spcPct val="55000"/>
              </a:lnSpc>
              <a:spcBef>
                <a:spcPct val="50000"/>
              </a:spcBef>
            </a:pPr>
            <a:r>
              <a:rPr lang="fr-FR" sz="5500" b="1" dirty="0"/>
              <a:t>« </a:t>
            </a:r>
            <a:r>
              <a:rPr lang="fr-FR" sz="5500" b="1" dirty="0" err="1"/>
              <a:t>Ampy</a:t>
            </a:r>
            <a:r>
              <a:rPr lang="fr-FR" sz="5500" b="1" dirty="0"/>
              <a:t> ho </a:t>
            </a:r>
            <a:r>
              <a:rPr lang="fr-FR" sz="5500" b="1" dirty="0" err="1"/>
              <a:t>anay</a:t>
            </a:r>
            <a:r>
              <a:rPr lang="fr-FR" sz="5500" b="1" dirty="0"/>
              <a:t> </a:t>
            </a:r>
            <a:r>
              <a:rPr lang="fr-FR" sz="5500" b="1" dirty="0" err="1"/>
              <a:t>ny</a:t>
            </a:r>
            <a:r>
              <a:rPr lang="fr-FR" sz="5500" b="1" dirty="0"/>
              <a:t> </a:t>
            </a:r>
            <a:r>
              <a:rPr lang="fr-FR" sz="5500" b="1" dirty="0" err="1"/>
              <a:t>fahasoavanao</a:t>
            </a:r>
            <a:r>
              <a:rPr lang="fr-FR" sz="5500" b="1" dirty="0"/>
              <a:t> »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476673"/>
            <a:ext cx="12192000" cy="5589587"/>
          </a:xfrm>
        </p:spPr>
        <p:txBody>
          <a:bodyPr/>
          <a:lstStyle/>
          <a:p>
            <a:pPr eaLnBrk="1" hangingPunct="1"/>
            <a:r>
              <a:rPr lang="fr-FR" sz="5500" b="1" i="1" dirty="0" err="1">
                <a:solidFill>
                  <a:schemeClr val="tx1"/>
                </a:solidFill>
              </a:rPr>
              <a:t>Raha</a:t>
            </a:r>
            <a:r>
              <a:rPr lang="fr-FR" sz="5500" b="1" i="1" dirty="0">
                <a:solidFill>
                  <a:schemeClr val="tx1"/>
                </a:solidFill>
              </a:rPr>
              <a:t> </a:t>
            </a:r>
            <a:r>
              <a:rPr lang="fr-FR" sz="5500" b="1" i="1" dirty="0" err="1">
                <a:solidFill>
                  <a:schemeClr val="tx1"/>
                </a:solidFill>
              </a:rPr>
              <a:t>maraina</a:t>
            </a:r>
            <a:r>
              <a:rPr lang="fr-FR" sz="5500" b="1" i="1" dirty="0">
                <a:solidFill>
                  <a:schemeClr val="tx1"/>
                </a:solidFill>
              </a:rPr>
              <a:t> </a:t>
            </a:r>
            <a:r>
              <a:rPr lang="fr-FR" sz="5500" b="1" i="1" dirty="0" err="1">
                <a:solidFill>
                  <a:schemeClr val="tx1"/>
                </a:solidFill>
              </a:rPr>
              <a:t>mibaliaka</a:t>
            </a:r>
            <a:r>
              <a:rPr lang="fr-FR" sz="5500" b="1" i="1" dirty="0">
                <a:solidFill>
                  <a:schemeClr val="tx1"/>
                </a:solidFill>
              </a:rPr>
              <a:t/>
            </a:r>
            <a:br>
              <a:rPr lang="fr-FR" sz="5500" b="1" i="1" dirty="0">
                <a:solidFill>
                  <a:schemeClr val="tx1"/>
                </a:solidFill>
              </a:rPr>
            </a:br>
            <a:r>
              <a:rPr lang="fr-FR" sz="5500" b="1" i="1" dirty="0">
                <a:solidFill>
                  <a:schemeClr val="tx1"/>
                </a:solidFill>
              </a:rPr>
              <a:t> </a:t>
            </a:r>
            <a:r>
              <a:rPr lang="fr-FR" sz="5500" b="1" i="1" dirty="0" err="1">
                <a:solidFill>
                  <a:schemeClr val="tx1"/>
                </a:solidFill>
              </a:rPr>
              <a:t>ny</a:t>
            </a:r>
            <a:r>
              <a:rPr lang="fr-FR" sz="5500" b="1" i="1" dirty="0">
                <a:solidFill>
                  <a:schemeClr val="tx1"/>
                </a:solidFill>
              </a:rPr>
              <a:t> </a:t>
            </a:r>
            <a:r>
              <a:rPr lang="fr-FR" sz="5500" b="1" i="1" dirty="0" err="1">
                <a:solidFill>
                  <a:schemeClr val="tx1"/>
                </a:solidFill>
              </a:rPr>
              <a:t>andronay</a:t>
            </a:r>
            <a:r>
              <a:rPr lang="fr-FR" sz="5500" b="1" i="1" dirty="0">
                <a:solidFill>
                  <a:schemeClr val="tx1"/>
                </a:solidFill>
              </a:rPr>
              <a:t> </a:t>
            </a:r>
            <a:r>
              <a:rPr lang="fr-FR" sz="5500" b="1" i="1" dirty="0" err="1">
                <a:solidFill>
                  <a:schemeClr val="tx1"/>
                </a:solidFill>
              </a:rPr>
              <a:t>ety</a:t>
            </a:r>
            <a:r>
              <a:rPr lang="fr-FR" sz="5500" b="1" i="1" dirty="0">
                <a:solidFill>
                  <a:schemeClr val="tx1"/>
                </a:solidFill>
              </a:rPr>
              <a:t/>
            </a:r>
            <a:br>
              <a:rPr lang="fr-FR" sz="5500" b="1" i="1" dirty="0">
                <a:solidFill>
                  <a:schemeClr val="tx1"/>
                </a:solidFill>
              </a:rPr>
            </a:br>
            <a:r>
              <a:rPr lang="fr-FR" sz="5500" b="1" i="1" dirty="0" err="1">
                <a:solidFill>
                  <a:schemeClr val="tx1"/>
                </a:solidFill>
              </a:rPr>
              <a:t>Ianao</a:t>
            </a:r>
            <a:r>
              <a:rPr lang="fr-FR" sz="5500" b="1" i="1" dirty="0">
                <a:solidFill>
                  <a:schemeClr val="tx1"/>
                </a:solidFill>
              </a:rPr>
              <a:t> no </a:t>
            </a:r>
            <a:r>
              <a:rPr lang="fr-FR" sz="5500" b="1" i="1" dirty="0" err="1">
                <a:solidFill>
                  <a:schemeClr val="tx1"/>
                </a:solidFill>
              </a:rPr>
              <a:t>masoandro</a:t>
            </a:r>
            <a:r>
              <a:rPr lang="fr-FR" sz="5500" b="1" i="1" dirty="0">
                <a:solidFill>
                  <a:schemeClr val="tx1"/>
                </a:solidFill>
              </a:rPr>
              <a:t> </a:t>
            </a:r>
            <a:r>
              <a:rPr lang="fr-FR" sz="5500" b="1" i="1" dirty="0" err="1">
                <a:solidFill>
                  <a:schemeClr val="tx1"/>
                </a:solidFill>
              </a:rPr>
              <a:t>nihaviany</a:t>
            </a:r>
            <a:r>
              <a:rPr lang="fr-FR" sz="5500" b="1" i="1" dirty="0">
                <a:solidFill>
                  <a:schemeClr val="tx1"/>
                </a:solidFill>
              </a:rPr>
              <a:t/>
            </a:r>
            <a:br>
              <a:rPr lang="fr-FR" sz="5500" b="1" i="1" dirty="0">
                <a:solidFill>
                  <a:schemeClr val="tx1"/>
                </a:solidFill>
              </a:rPr>
            </a:br>
            <a:r>
              <a:rPr lang="fr-FR" sz="5500" b="1" i="1" dirty="0">
                <a:solidFill>
                  <a:schemeClr val="tx1"/>
                </a:solidFill>
              </a:rPr>
              <a:t>Na </a:t>
            </a:r>
            <a:r>
              <a:rPr lang="fr-FR" sz="5500" b="1" i="1" dirty="0" err="1">
                <a:solidFill>
                  <a:schemeClr val="tx1"/>
                </a:solidFill>
              </a:rPr>
              <a:t>ny</a:t>
            </a:r>
            <a:r>
              <a:rPr lang="fr-FR" sz="5500" b="1" i="1" dirty="0">
                <a:solidFill>
                  <a:schemeClr val="tx1"/>
                </a:solidFill>
              </a:rPr>
              <a:t> </a:t>
            </a:r>
            <a:r>
              <a:rPr lang="fr-FR" sz="5500" b="1" i="1" dirty="0" err="1">
                <a:solidFill>
                  <a:schemeClr val="tx1"/>
                </a:solidFill>
              </a:rPr>
              <a:t>alin’ny</a:t>
            </a:r>
            <a:r>
              <a:rPr lang="fr-FR" sz="5500" b="1" i="1" dirty="0">
                <a:solidFill>
                  <a:schemeClr val="tx1"/>
                </a:solidFill>
              </a:rPr>
              <a:t> </a:t>
            </a:r>
            <a:r>
              <a:rPr lang="fr-FR" sz="5500" b="1" i="1" dirty="0" err="1">
                <a:solidFill>
                  <a:schemeClr val="tx1"/>
                </a:solidFill>
              </a:rPr>
              <a:t>ririnina</a:t>
            </a:r>
            <a:r>
              <a:rPr lang="fr-FR" sz="5500" b="1" i="1" dirty="0">
                <a:solidFill>
                  <a:schemeClr val="tx1"/>
                </a:solidFill>
              </a:rPr>
              <a:t> </a:t>
            </a:r>
            <a:r>
              <a:rPr lang="fr-FR" sz="5500" b="1" i="1" dirty="0" err="1">
                <a:solidFill>
                  <a:schemeClr val="tx1"/>
                </a:solidFill>
              </a:rPr>
              <a:t>mandalo</a:t>
            </a:r>
            <a:r>
              <a:rPr lang="fr-FR" sz="5500" b="1" i="1" dirty="0">
                <a:solidFill>
                  <a:schemeClr val="tx1"/>
                </a:solidFill>
              </a:rPr>
              <a:t> </a:t>
            </a:r>
            <a:r>
              <a:rPr lang="fr-FR" sz="5500" b="1" i="1" dirty="0" err="1">
                <a:solidFill>
                  <a:schemeClr val="tx1"/>
                </a:solidFill>
              </a:rPr>
              <a:t>ety</a:t>
            </a:r>
            <a:r>
              <a:rPr lang="fr-FR" sz="5500" b="1" i="1" dirty="0">
                <a:solidFill>
                  <a:schemeClr val="tx1"/>
                </a:solidFill>
              </a:rPr>
              <a:t/>
            </a:r>
            <a:br>
              <a:rPr lang="fr-FR" sz="5500" b="1" i="1" dirty="0">
                <a:solidFill>
                  <a:schemeClr val="tx1"/>
                </a:solidFill>
              </a:rPr>
            </a:br>
            <a:r>
              <a:rPr lang="fr-FR" sz="5500" b="1" i="1" dirty="0" err="1">
                <a:solidFill>
                  <a:schemeClr val="tx1"/>
                </a:solidFill>
              </a:rPr>
              <a:t>Ianao</a:t>
            </a:r>
            <a:r>
              <a:rPr lang="fr-FR" sz="5500" b="1" i="1" dirty="0">
                <a:solidFill>
                  <a:schemeClr val="tx1"/>
                </a:solidFill>
              </a:rPr>
              <a:t> no </a:t>
            </a:r>
            <a:r>
              <a:rPr lang="fr-FR" sz="5500" b="1" i="1" dirty="0" err="1">
                <a:solidFill>
                  <a:schemeClr val="tx1"/>
                </a:solidFill>
              </a:rPr>
              <a:t>kintana</a:t>
            </a:r>
            <a:r>
              <a:rPr lang="fr-FR" sz="5500" b="1" i="1" dirty="0">
                <a:solidFill>
                  <a:schemeClr val="tx1"/>
                </a:solidFill>
              </a:rPr>
              <a:t> </a:t>
            </a:r>
            <a:r>
              <a:rPr lang="fr-FR" sz="5500" b="1" i="1" dirty="0" err="1">
                <a:solidFill>
                  <a:schemeClr val="tx1"/>
                </a:solidFill>
              </a:rPr>
              <a:t>hitantana</a:t>
            </a:r>
            <a:r>
              <a:rPr lang="fr-FR" sz="5500" b="1" i="1" dirty="0">
                <a:solidFill>
                  <a:schemeClr val="tx1"/>
                </a:solidFill>
              </a:rPr>
              <a:t> </a:t>
            </a:r>
            <a:r>
              <a:rPr lang="fr-FR" sz="5500" b="1" i="1" dirty="0" err="1">
                <a:solidFill>
                  <a:schemeClr val="tx1"/>
                </a:solidFill>
              </a:rPr>
              <a:t>ny</a:t>
            </a:r>
            <a:r>
              <a:rPr lang="fr-FR" sz="5500" b="1" i="1" dirty="0">
                <a:solidFill>
                  <a:schemeClr val="tx1"/>
                </a:solidFill>
              </a:rPr>
              <a:t> dia</a:t>
            </a:r>
            <a:endParaRPr lang="fr-FR" sz="5500" i="1" dirty="0">
              <a:solidFill>
                <a:srgbClr val="0033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112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2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 prLst="gradientSize: 0.1">
                                      <p:cBhvr>
                                        <p:cTn id="9" dur="1000"/>
                                        <p:tgtEl>
                                          <p:spTgt spid="112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6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476673"/>
            <a:ext cx="12192000" cy="5589587"/>
          </a:xfrm>
        </p:spPr>
        <p:txBody>
          <a:bodyPr/>
          <a:lstStyle/>
          <a:p>
            <a:pPr eaLnBrk="1" hangingPunct="1"/>
            <a:r>
              <a:rPr lang="fr-FR" sz="6700" b="1" dirty="0">
                <a:solidFill>
                  <a:schemeClr val="tx1"/>
                </a:solidFill>
              </a:rPr>
              <a:t>Ka </a:t>
            </a:r>
            <a:r>
              <a:rPr lang="fr-FR" sz="6700" b="1" dirty="0" err="1">
                <a:solidFill>
                  <a:schemeClr val="tx1"/>
                </a:solidFill>
              </a:rPr>
              <a:t>ny</a:t>
            </a:r>
            <a:r>
              <a:rPr lang="fr-FR" sz="6700" b="1" dirty="0">
                <a:solidFill>
                  <a:schemeClr val="tx1"/>
                </a:solidFill>
              </a:rPr>
              <a:t> </a:t>
            </a:r>
            <a:r>
              <a:rPr lang="fr-FR" sz="6700" b="1" dirty="0" err="1">
                <a:solidFill>
                  <a:schemeClr val="tx1"/>
                </a:solidFill>
              </a:rPr>
              <a:t>vavaka</a:t>
            </a:r>
            <a:r>
              <a:rPr lang="fr-FR" sz="6700" b="1" dirty="0">
                <a:solidFill>
                  <a:schemeClr val="tx1"/>
                </a:solidFill>
              </a:rPr>
              <a:t> </a:t>
            </a:r>
            <a:r>
              <a:rPr lang="fr-FR" sz="6700" b="1" dirty="0" err="1">
                <a:solidFill>
                  <a:schemeClr val="tx1"/>
                </a:solidFill>
              </a:rPr>
              <a:t>atao</a:t>
            </a:r>
            <a:r>
              <a:rPr lang="fr-FR" sz="6700" b="1" dirty="0">
                <a:solidFill>
                  <a:schemeClr val="tx1"/>
                </a:solidFill>
              </a:rPr>
              <a:t/>
            </a:r>
            <a:br>
              <a:rPr lang="fr-FR" sz="6700" b="1" dirty="0">
                <a:solidFill>
                  <a:schemeClr val="tx1"/>
                </a:solidFill>
              </a:rPr>
            </a:br>
            <a:r>
              <a:rPr lang="fr-FR" sz="6700" b="1" dirty="0" err="1">
                <a:solidFill>
                  <a:schemeClr val="tx1"/>
                </a:solidFill>
              </a:rPr>
              <a:t>Izay</a:t>
            </a:r>
            <a:r>
              <a:rPr lang="fr-FR" sz="6700" b="1" dirty="0">
                <a:solidFill>
                  <a:schemeClr val="tx1"/>
                </a:solidFill>
              </a:rPr>
              <a:t> </a:t>
            </a:r>
            <a:r>
              <a:rPr lang="fr-FR" sz="6700" b="1" dirty="0" err="1">
                <a:solidFill>
                  <a:schemeClr val="tx1"/>
                </a:solidFill>
              </a:rPr>
              <a:t>mipololotra</a:t>
            </a:r>
            <a:r>
              <a:rPr lang="fr-FR" sz="6700" b="1" dirty="0">
                <a:solidFill>
                  <a:schemeClr val="tx1"/>
                </a:solidFill>
              </a:rPr>
              <a:t> </a:t>
            </a:r>
            <a:r>
              <a:rPr lang="fr-FR" sz="6700" b="1" dirty="0" err="1">
                <a:solidFill>
                  <a:schemeClr val="tx1"/>
                </a:solidFill>
              </a:rPr>
              <a:t>am-ponay</a:t>
            </a:r>
            <a:r>
              <a:rPr lang="fr-FR" sz="6700" b="1" dirty="0">
                <a:solidFill>
                  <a:schemeClr val="tx1"/>
                </a:solidFill>
              </a:rPr>
              <a:t> </a:t>
            </a:r>
            <a:r>
              <a:rPr lang="fr-FR" sz="6700" b="1" dirty="0" err="1">
                <a:solidFill>
                  <a:schemeClr val="tx1"/>
                </a:solidFill>
              </a:rPr>
              <a:t>ao</a:t>
            </a:r>
            <a:r>
              <a:rPr lang="fr-FR" sz="6700" b="1" dirty="0">
                <a:solidFill>
                  <a:schemeClr val="tx1"/>
                </a:solidFill>
              </a:rPr>
              <a:t> </a:t>
            </a:r>
            <a:br>
              <a:rPr lang="fr-FR" sz="6700" b="1" dirty="0">
                <a:solidFill>
                  <a:schemeClr val="tx1"/>
                </a:solidFill>
              </a:rPr>
            </a:br>
            <a:r>
              <a:rPr lang="fr-FR" sz="6700" b="1" dirty="0" err="1">
                <a:solidFill>
                  <a:schemeClr val="tx1"/>
                </a:solidFill>
              </a:rPr>
              <a:t>hoe</a:t>
            </a:r>
            <a:r>
              <a:rPr lang="fr-FR" sz="6700" b="1" dirty="0">
                <a:solidFill>
                  <a:schemeClr val="tx1"/>
                </a:solidFill>
              </a:rPr>
              <a:t> </a:t>
            </a:r>
            <a:r>
              <a:rPr lang="fr-FR" sz="6700" b="1" dirty="0" err="1">
                <a:solidFill>
                  <a:schemeClr val="tx1"/>
                </a:solidFill>
              </a:rPr>
              <a:t>Izahay</a:t>
            </a:r>
            <a:r>
              <a:rPr lang="fr-FR" sz="6700" b="1" dirty="0">
                <a:solidFill>
                  <a:schemeClr val="tx1"/>
                </a:solidFill>
              </a:rPr>
              <a:t> </a:t>
            </a:r>
            <a:r>
              <a:rPr lang="fr-FR" sz="6700" b="1" dirty="0" err="1">
                <a:solidFill>
                  <a:schemeClr val="tx1"/>
                </a:solidFill>
              </a:rPr>
              <a:t>anie</a:t>
            </a:r>
            <a:r>
              <a:rPr lang="fr-FR" sz="6700" b="1" dirty="0">
                <a:solidFill>
                  <a:schemeClr val="tx1"/>
                </a:solidFill>
              </a:rPr>
              <a:t> </a:t>
            </a:r>
            <a:r>
              <a:rPr lang="fr-FR" sz="6700" b="1" dirty="0" err="1">
                <a:solidFill>
                  <a:schemeClr val="tx1"/>
                </a:solidFill>
              </a:rPr>
              <a:t>hatoky</a:t>
            </a:r>
            <a:r>
              <a:rPr lang="fr-FR" sz="6700" b="1" dirty="0">
                <a:solidFill>
                  <a:schemeClr val="tx1"/>
                </a:solidFill>
              </a:rPr>
              <a:t> </a:t>
            </a:r>
            <a:r>
              <a:rPr lang="fr-FR" sz="6700" b="1" dirty="0" err="1">
                <a:solidFill>
                  <a:schemeClr val="tx1"/>
                </a:solidFill>
              </a:rPr>
              <a:t>Anao</a:t>
            </a:r>
            <a:r>
              <a:rPr lang="fr-FR" sz="6700" b="1" dirty="0">
                <a:solidFill>
                  <a:schemeClr val="tx1"/>
                </a:solidFill>
              </a:rPr>
              <a:t>. </a:t>
            </a:r>
            <a:endParaRPr lang="fr-FR" sz="6700" dirty="0">
              <a:solidFill>
                <a:srgbClr val="0033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28499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112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2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 prLst="gradientSize: 0.1">
                                      <p:cBhvr>
                                        <p:cTn id="9" dur="1000"/>
                                        <p:tgtEl>
                                          <p:spTgt spid="112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66" grpId="0"/>
    </p:bldLst>
  </p:timing>
</p:sld>
</file>

<file path=ppt/theme/theme1.xml><?xml version="1.0" encoding="utf-8"?>
<a:theme xmlns:a="http://schemas.openxmlformats.org/drawingml/2006/main" name="Modèle par défaut">
  <a:themeElements>
    <a:clrScheme name="Modèle par défaut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Modèle par défau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Modèle par défaut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90</TotalTime>
  <Words>66</Words>
  <Application>Microsoft Office PowerPoint</Application>
  <PresentationFormat>Grand écran</PresentationFormat>
  <Paragraphs>17</Paragraphs>
  <Slides>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1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9" baseType="lpstr">
      <vt:lpstr>Arial</vt:lpstr>
      <vt:lpstr>Modèle par défaut</vt:lpstr>
      <vt:lpstr>FF 48</vt:lpstr>
      <vt:lpstr>Présentation PowerPoint</vt:lpstr>
      <vt:lpstr>Raha maraina mibaliaka ny andronay etý Ianao no masoandro niaviany Raha ny alin’ny ririnina no handalo etý Ianao no kintana hitantana ny dia</vt:lpstr>
      <vt:lpstr>Ka ny vavaka atao Izay mipololotra am-ponay ao hoe Izahay anie hatoky Anao.</vt:lpstr>
      <vt:lpstr>Présentation PowerPoint</vt:lpstr>
      <vt:lpstr>Raha maraina mibaliaka  ny andronay ety Ianao no masoandro nihaviany Na ny alin’ny ririnina mandalo ety Ianao no kintana hitantana ny dia</vt:lpstr>
      <vt:lpstr>Ka ny vavaka atao Izay mipololotra am-ponay ao  hoe Izahay anie hatoky Anao. 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Diapositive 1</dc:title>
  <dc:creator>ANDRY</dc:creator>
  <cp:lastModifiedBy>Gaming</cp:lastModifiedBy>
  <cp:revision>18</cp:revision>
  <dcterms:created xsi:type="dcterms:W3CDTF">2009-02-08T18:38:14Z</dcterms:created>
  <dcterms:modified xsi:type="dcterms:W3CDTF">2025-12-21T06:16:35Z</dcterms:modified>
</cp:coreProperties>
</file>