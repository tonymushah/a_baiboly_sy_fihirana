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4" r:id="rId8"/>
    <p:sldId id="273" r:id="rId9"/>
    <p:sldId id="274" r:id="rId10"/>
    <p:sldId id="262" r:id="rId11"/>
    <p:sldId id="265" r:id="rId12"/>
    <p:sldId id="275" r:id="rId13"/>
    <p:sldId id="276" r:id="rId14"/>
    <p:sldId id="266" r:id="rId15"/>
    <p:sldId id="263" r:id="rId16"/>
    <p:sldId id="277" r:id="rId17"/>
    <p:sldId id="278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96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477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902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4632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4234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397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30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9666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4895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3464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806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BDA0E-6EF4-4022-A577-0EB53B39D5C6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824B4-8AAD-4313-ADB4-162BA32F5D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093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4242118"/>
            <a:ext cx="9144000" cy="2189162"/>
          </a:xfrm>
        </p:spPr>
        <p:txBody>
          <a:bodyPr>
            <a:normAutofit fontScale="92500" lnSpcReduction="10000"/>
          </a:bodyPr>
          <a:lstStyle/>
          <a:p>
            <a:endParaRPr lang="en-GB" sz="3600" b="1" dirty="0" smtClean="0">
              <a:latin typeface="Apache" pitchFamily="2" charset="0"/>
            </a:endParaRPr>
          </a:p>
          <a:p>
            <a:r>
              <a:rPr lang="en-GB" sz="6600" b="1" dirty="0" smtClean="0">
                <a:solidFill>
                  <a:srgbClr val="FFC000"/>
                </a:solidFill>
                <a:latin typeface="Apache" pitchFamily="2" charset="0"/>
              </a:rPr>
              <a:t>RAHA JEHOVAH </a:t>
            </a:r>
            <a:r>
              <a:rPr lang="en-GB" sz="6600" b="1" dirty="0">
                <a:solidFill>
                  <a:srgbClr val="FFC000"/>
                </a:solidFill>
                <a:latin typeface="Apache" pitchFamily="2" charset="0"/>
              </a:rPr>
              <a:t>NO MPIANDRY</a:t>
            </a:r>
            <a:endParaRPr lang="fr-FR" sz="6600" b="1" dirty="0" smtClean="0">
              <a:solidFill>
                <a:srgbClr val="FFC000"/>
              </a:solidFill>
              <a:effectLst/>
              <a:latin typeface="Apache" pitchFamily="2" charset="0"/>
            </a:endParaRPr>
          </a:p>
          <a:p>
            <a:endParaRPr lang="fr-FR" sz="3600" b="1" dirty="0">
              <a:latin typeface="Apache" pitchFamily="2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5336769" y="1030779"/>
            <a:ext cx="6101543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3900" b="1" dirty="0" smtClean="0">
                <a:solidFill>
                  <a:srgbClr val="FFFF00"/>
                </a:solidFill>
                <a:latin typeface="Apache" pitchFamily="2" charset="0"/>
              </a:rPr>
              <a:t>FF 19</a:t>
            </a:r>
            <a:endParaRPr lang="fr-FR" sz="23900" b="1" dirty="0">
              <a:solidFill>
                <a:srgbClr val="FFFF00"/>
              </a:solidFill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348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681850"/>
            <a:ext cx="12192000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>
                <a:latin typeface="Apache" pitchFamily="2" charset="0"/>
              </a:rPr>
              <a:t>1 </a:t>
            </a:r>
            <a:r>
              <a:rPr lang="en-GB" sz="7200" b="1" dirty="0" err="1">
                <a:latin typeface="Apache" pitchFamily="2" charset="0"/>
              </a:rPr>
              <a:t>Raha</a:t>
            </a:r>
            <a:r>
              <a:rPr lang="en-GB" sz="7200" b="1" dirty="0">
                <a:latin typeface="Apache" pitchFamily="2" charset="0"/>
              </a:rPr>
              <a:t> Jehovah no </a:t>
            </a:r>
            <a:r>
              <a:rPr lang="en-GB" sz="7200" b="1" dirty="0" err="1">
                <a:latin typeface="Apache" pitchFamily="2" charset="0"/>
              </a:rPr>
              <a:t>Mpiandry</a:t>
            </a:r>
            <a:r>
              <a:rPr lang="en-GB" sz="7200" b="1" dirty="0">
                <a:latin typeface="Apache" pitchFamily="2" charset="0"/>
              </a:rPr>
              <a:t>,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 err="1" smtClean="0">
                <a:latin typeface="Apache" pitchFamily="2" charset="0"/>
              </a:rPr>
              <a:t>Tsy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mba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hisy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mampahory</a:t>
            </a:r>
            <a:r>
              <a:rPr lang="en-GB" sz="7200" b="1" dirty="0">
                <a:latin typeface="Apache" pitchFamily="2" charset="0"/>
              </a:rPr>
              <a:t> ;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>
                <a:latin typeface="Apache" pitchFamily="2" charset="0"/>
              </a:rPr>
              <a:t>   </a:t>
            </a:r>
            <a:r>
              <a:rPr lang="en-GB" sz="7200" b="1" dirty="0" err="1">
                <a:latin typeface="Apache" pitchFamily="2" charset="0"/>
              </a:rPr>
              <a:t>Ahimaintso</a:t>
            </a:r>
            <a:r>
              <a:rPr lang="en-GB" sz="7200" b="1" dirty="0">
                <a:latin typeface="Apache" pitchFamily="2" charset="0"/>
              </a:rPr>
              <a:t> no </a:t>
            </a:r>
            <a:r>
              <a:rPr lang="en-GB" sz="7200" b="1" dirty="0" err="1">
                <a:latin typeface="Apache" pitchFamily="2" charset="0"/>
              </a:rPr>
              <a:t>handriana</a:t>
            </a:r>
            <a:r>
              <a:rPr lang="en-GB" sz="7200" b="1" dirty="0" smtClean="0">
                <a:latin typeface="Apache" pitchFamily="2" charset="0"/>
              </a:rPr>
              <a:t>,</a:t>
            </a:r>
          </a:p>
          <a:p>
            <a:pPr algn="ctr"/>
            <a:r>
              <a:rPr lang="en-GB" sz="6000" b="1" i="1" dirty="0" smtClean="0">
                <a:solidFill>
                  <a:schemeClr val="accent6">
                    <a:lumMod val="75000"/>
                  </a:schemeClr>
                </a:solidFill>
                <a:effectLst/>
              </a:rPr>
              <a:t>(</a:t>
            </a:r>
            <a:r>
              <a:rPr lang="en-GB" sz="6000" b="1" i="1" dirty="0" err="1" smtClean="0">
                <a:solidFill>
                  <a:schemeClr val="accent6">
                    <a:lumMod val="75000"/>
                  </a:schemeClr>
                </a:solidFill>
                <a:effectLst/>
              </a:rPr>
              <a:t>Ranon’aina</a:t>
            </a:r>
            <a:r>
              <a:rPr lang="en-GB" sz="6000" b="1" i="1" dirty="0" smtClean="0">
                <a:solidFill>
                  <a:schemeClr val="accent6">
                    <a:lumMod val="75000"/>
                  </a:schemeClr>
                </a:solidFill>
                <a:effectLst/>
              </a:rPr>
              <a:t> </a:t>
            </a:r>
            <a:r>
              <a:rPr lang="en-GB" sz="6000" b="1" i="1" dirty="0" err="1" smtClean="0">
                <a:solidFill>
                  <a:schemeClr val="accent6">
                    <a:lumMod val="75000"/>
                  </a:schemeClr>
                </a:solidFill>
                <a:effectLst/>
              </a:rPr>
              <a:t>hikoriana</a:t>
            </a:r>
            <a:r>
              <a:rPr lang="en-GB" sz="6000" b="1" i="1" dirty="0" smtClean="0">
                <a:solidFill>
                  <a:schemeClr val="accent6">
                    <a:lumMod val="75000"/>
                  </a:schemeClr>
                </a:solidFill>
                <a:effectLst/>
              </a:rPr>
              <a:t>)</a:t>
            </a:r>
            <a:endParaRPr lang="fr-FR" sz="6000" b="1" i="1" dirty="0" smtClean="0">
              <a:solidFill>
                <a:schemeClr val="accent6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55515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227156"/>
            <a:ext cx="121920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0" b="1" dirty="0" err="1" smtClean="0">
                <a:latin typeface="Apache" pitchFamily="2" charset="0"/>
              </a:rPr>
              <a:t>Ny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fanahy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velombolo</a:t>
            </a:r>
            <a:r>
              <a:rPr lang="en-GB" sz="8000" b="1" dirty="0">
                <a:latin typeface="Apache" pitchFamily="2" charset="0"/>
              </a:rPr>
              <a:t> ;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 err="1" smtClean="0">
                <a:latin typeface="Apache" pitchFamily="2" charset="0"/>
              </a:rPr>
              <a:t>Eny</a:t>
            </a:r>
            <a:r>
              <a:rPr lang="en-GB" sz="8000" b="1" dirty="0">
                <a:latin typeface="Apache" pitchFamily="2" charset="0"/>
              </a:rPr>
              <a:t>, </a:t>
            </a:r>
            <a:r>
              <a:rPr lang="en-GB" sz="8000" b="1" dirty="0" err="1">
                <a:latin typeface="Apache" pitchFamily="2" charset="0"/>
              </a:rPr>
              <a:t>tsy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hanahy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akory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 err="1" smtClean="0">
                <a:latin typeface="Apache" pitchFamily="2" charset="0"/>
              </a:rPr>
              <a:t>Lala-marin’itondrany</a:t>
            </a:r>
            <a:r>
              <a:rPr lang="en-GB" sz="8000" b="1" dirty="0" smtClean="0">
                <a:latin typeface="Apache" pitchFamily="2" charset="0"/>
              </a:rPr>
              <a:t> </a:t>
            </a:r>
            <a:endParaRPr lang="en-GB" sz="8000" b="1" dirty="0" smtClean="0">
              <a:latin typeface="Apache" pitchFamily="2" charset="0"/>
            </a:endParaRPr>
          </a:p>
          <a:p>
            <a:pPr algn="ctr"/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smtClean="0">
                <a:latin typeface="Apache" pitchFamily="2" charset="0"/>
              </a:rPr>
              <a:t>  </a:t>
            </a:r>
            <a:r>
              <a:rPr lang="en-GB" sz="8000" b="1" dirty="0" err="1" smtClean="0">
                <a:latin typeface="Apache" pitchFamily="2" charset="0"/>
              </a:rPr>
              <a:t>lala-tsambatra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6600" b="1" dirty="0"/>
              <a:t>   </a:t>
            </a:r>
            <a:r>
              <a:rPr lang="en-GB" sz="6600" b="1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6600" b="1" i="1" dirty="0" err="1">
                <a:solidFill>
                  <a:schemeClr val="accent6">
                    <a:lumMod val="75000"/>
                  </a:schemeClr>
                </a:solidFill>
              </a:rPr>
              <a:t>Sambatra</a:t>
            </a:r>
            <a:r>
              <a:rPr lang="en-GB" sz="66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6600" b="1" i="1" dirty="0" err="1">
                <a:solidFill>
                  <a:schemeClr val="accent6">
                    <a:lumMod val="75000"/>
                  </a:schemeClr>
                </a:solidFill>
              </a:rPr>
              <a:t>ifaliana</a:t>
            </a:r>
            <a:r>
              <a:rPr lang="en-GB" sz="6600" b="1" i="1" dirty="0" smtClean="0">
                <a:solidFill>
                  <a:schemeClr val="accent6">
                    <a:lumMod val="75000"/>
                  </a:schemeClr>
                </a:solidFill>
              </a:rPr>
              <a:t>).</a:t>
            </a:r>
            <a:endParaRPr lang="fr-FR" sz="66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7732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-13648" y="368405"/>
            <a:ext cx="12298680" cy="5632311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Raha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Jehovah no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mpiandry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hisy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izay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ampahory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Ahimaintso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no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handriako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Ranon’aina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sotroiko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 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871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81888"/>
            <a:ext cx="12192000" cy="656263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fanahiko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velominy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Miasa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matory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Lala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-marina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itondrany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foiko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.</a:t>
            </a:r>
            <a:r>
              <a:rPr lang="fr-FR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7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-9328"/>
            <a:ext cx="12192000" cy="6444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7200" b="1" dirty="0">
                <a:latin typeface="Apache" pitchFamily="2" charset="0"/>
              </a:rPr>
              <a:t>2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aloky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fasana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aza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 smtClean="0">
                <a:latin typeface="Apache" pitchFamily="2" charset="0"/>
              </a:rPr>
              <a:t>Tsy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ho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tazantsika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intsony</a:t>
            </a:r>
            <a:r>
              <a:rPr lang="en-GB" sz="7200" b="1" dirty="0">
                <a:latin typeface="Apache" pitchFamily="2" charset="0"/>
              </a:rPr>
              <a:t> ;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 smtClean="0">
                <a:latin typeface="Apache" pitchFamily="2" charset="0"/>
              </a:rPr>
              <a:t>Tsy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hatahotra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loza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aho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6600" i="1" dirty="0">
                <a:solidFill>
                  <a:schemeClr val="accent6">
                    <a:lumMod val="75000"/>
                  </a:schemeClr>
                </a:solidFill>
              </a:rPr>
              <a:t>      </a:t>
            </a:r>
            <a:r>
              <a:rPr lang="en-GB" sz="6600" i="1" dirty="0" smtClean="0">
                <a:solidFill>
                  <a:schemeClr val="accent6">
                    <a:lumMod val="75000"/>
                  </a:schemeClr>
                </a:solidFill>
              </a:rPr>
              <a:t>     </a:t>
            </a:r>
            <a:r>
              <a:rPr lang="en-GB" sz="6000" b="1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6000" b="1" i="1" dirty="0" err="1" smtClean="0">
                <a:solidFill>
                  <a:schemeClr val="accent6">
                    <a:lumMod val="75000"/>
                  </a:schemeClr>
                </a:solidFill>
              </a:rPr>
              <a:t>Izy</a:t>
            </a:r>
            <a:r>
              <a:rPr lang="en-GB" sz="6000" b="1" i="1" dirty="0" smtClean="0">
                <a:solidFill>
                  <a:schemeClr val="accent6">
                    <a:lumMod val="75000"/>
                  </a:schemeClr>
                </a:solidFill>
              </a:rPr>
              <a:t> no </a:t>
            </a:r>
            <a:r>
              <a:rPr lang="en-GB" sz="6000" b="1" i="1" dirty="0" err="1">
                <a:solidFill>
                  <a:schemeClr val="accent6">
                    <a:lumMod val="75000"/>
                  </a:schemeClr>
                </a:solidFill>
              </a:rPr>
              <a:t>mihazona</a:t>
            </a:r>
            <a:r>
              <a:rPr lang="en-GB" sz="60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6000" b="1" i="1" dirty="0" err="1">
                <a:solidFill>
                  <a:schemeClr val="accent6">
                    <a:lumMod val="75000"/>
                  </a:schemeClr>
                </a:solidFill>
              </a:rPr>
              <a:t>ahy</a:t>
            </a:r>
            <a:r>
              <a:rPr lang="en-GB" sz="6000" b="1" i="1" dirty="0" smtClean="0">
                <a:solidFill>
                  <a:schemeClr val="accent6">
                    <a:lumMod val="75000"/>
                  </a:schemeClr>
                </a:solidFill>
              </a:rPr>
              <a:t>)   </a:t>
            </a:r>
            <a:endParaRPr lang="fr-FR" sz="60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60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492458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latin typeface="Apache" pitchFamily="2" charset="0"/>
              </a:rPr>
              <a:t>Tsora-kazo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nitondrany</a:t>
            </a:r>
            <a:endParaRPr lang="fr-FR" sz="7200" b="1" dirty="0">
              <a:latin typeface="Apache" pitchFamily="2" charset="0"/>
            </a:endParaRPr>
          </a:p>
          <a:p>
            <a:pPr algn="ctr"/>
            <a:r>
              <a:rPr lang="en-GB" sz="7200" b="1" dirty="0" err="1" smtClean="0">
                <a:latin typeface="Apache" pitchFamily="2" charset="0"/>
              </a:rPr>
              <a:t>Sy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tehiny</a:t>
            </a:r>
            <a:r>
              <a:rPr lang="en-GB" sz="7200" b="1" dirty="0">
                <a:latin typeface="Apache" pitchFamily="2" charset="0"/>
              </a:rPr>
              <a:t> any </a:t>
            </a:r>
            <a:r>
              <a:rPr lang="en-GB" sz="7200" b="1" dirty="0" err="1">
                <a:latin typeface="Apache" pitchFamily="2" charset="0"/>
              </a:rPr>
              <a:t>ambony</a:t>
            </a:r>
            <a:r>
              <a:rPr lang="en-GB" sz="7200" b="1" dirty="0" smtClean="0">
                <a:latin typeface="Apache" pitchFamily="2" charset="0"/>
              </a:rPr>
              <a:t>, </a:t>
            </a:r>
          </a:p>
          <a:p>
            <a:pPr algn="ctr"/>
            <a:r>
              <a:rPr lang="en-GB" sz="7200" b="1" dirty="0" smtClean="0">
                <a:latin typeface="Apache" pitchFamily="2" charset="0"/>
              </a:rPr>
              <a:t>No </a:t>
            </a:r>
            <a:r>
              <a:rPr lang="en-GB" sz="7200" b="1" dirty="0" err="1">
                <a:latin typeface="Apache" pitchFamily="2" charset="0"/>
              </a:rPr>
              <a:t>manolotra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toky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ny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fanahiko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>
                <a:latin typeface="Apache" pitchFamily="2" charset="0"/>
              </a:rPr>
              <a:t>   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Toky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ny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fanahiko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).</a:t>
            </a:r>
            <a:endParaRPr lang="fr-FR" sz="72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01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-13648" y="368405"/>
            <a:ext cx="12298680" cy="5632311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Raha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Jehovah no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mpiandry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hisy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izay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ampahory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Ahimaintso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no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handriako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Ranon’aina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sotroiko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 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588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81888"/>
            <a:ext cx="12192000" cy="656263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fanahiko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velominy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Miasa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matory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Lala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-marina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itondrany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foiko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.</a:t>
            </a:r>
            <a:r>
              <a:rPr lang="fr-FR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8286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865909"/>
            <a:ext cx="121920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0" b="1" dirty="0">
                <a:latin typeface="Apache" pitchFamily="2" charset="0"/>
              </a:rPr>
              <a:t>3 </a:t>
            </a:r>
            <a:r>
              <a:rPr lang="en-GB" sz="8000" b="1" dirty="0" err="1">
                <a:latin typeface="Apache" pitchFamily="2" charset="0"/>
              </a:rPr>
              <a:t>Eo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imasom-pahavalo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>
                <a:latin typeface="Apache" pitchFamily="2" charset="0"/>
              </a:rPr>
              <a:t>   </a:t>
            </a:r>
            <a:r>
              <a:rPr lang="en-GB" sz="8000" b="1" dirty="0" err="1">
                <a:latin typeface="Apache" pitchFamily="2" charset="0"/>
              </a:rPr>
              <a:t>Ny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latabatro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velariny</a:t>
            </a:r>
            <a:r>
              <a:rPr lang="en-GB" sz="8000" b="1" dirty="0" smtClean="0">
                <a:latin typeface="Apache" pitchFamily="2" charset="0"/>
              </a:rPr>
              <a:t>;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>
                <a:latin typeface="Apache" pitchFamily="2" charset="0"/>
              </a:rPr>
              <a:t>   </a:t>
            </a:r>
            <a:r>
              <a:rPr lang="en-GB" sz="8000" b="1" dirty="0" err="1">
                <a:latin typeface="Apache" pitchFamily="2" charset="0"/>
              </a:rPr>
              <a:t>Diloilo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feno</a:t>
            </a:r>
            <a:r>
              <a:rPr lang="en-GB" sz="8000" b="1" dirty="0">
                <a:latin typeface="Apache" pitchFamily="2" charset="0"/>
              </a:rPr>
              <a:t> </a:t>
            </a:r>
            <a:r>
              <a:rPr lang="en-GB" sz="8000" b="1" dirty="0" err="1">
                <a:latin typeface="Apache" pitchFamily="2" charset="0"/>
              </a:rPr>
              <a:t>hanitra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i="1" dirty="0" smtClean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Efa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namotosany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ahy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)</a:t>
            </a:r>
            <a:endParaRPr lang="fr-FR" sz="72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5859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489125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latin typeface="Apache" pitchFamily="2" charset="0"/>
              </a:rPr>
              <a:t>Safononoka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tantely</a:t>
            </a:r>
            <a:endParaRPr lang="fr-FR" sz="7200" b="1" dirty="0">
              <a:latin typeface="Apache" pitchFamily="2" charset="0"/>
            </a:endParaRPr>
          </a:p>
          <a:p>
            <a:pPr algn="ctr"/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Ny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kapoakako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namboariny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 err="1" smtClean="0">
                <a:latin typeface="Apache" pitchFamily="2" charset="0"/>
              </a:rPr>
              <a:t>Fahasoavana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>
                <a:latin typeface="Apache" pitchFamily="2" charset="0"/>
              </a:rPr>
              <a:t>no </a:t>
            </a:r>
            <a:r>
              <a:rPr lang="en-GB" sz="7200" b="1" dirty="0" err="1" smtClean="0">
                <a:latin typeface="Apache" pitchFamily="2" charset="0"/>
              </a:rPr>
              <a:t>sisa</a:t>
            </a:r>
            <a:r>
              <a:rPr lang="en-GB" sz="7200" b="1" dirty="0" smtClean="0">
                <a:latin typeface="Apache" pitchFamily="2" charset="0"/>
              </a:rPr>
              <a:t>, </a:t>
            </a:r>
            <a:r>
              <a:rPr lang="en-GB" sz="7200" b="1" dirty="0" err="1" smtClean="0">
                <a:latin typeface="Apache" pitchFamily="2" charset="0"/>
              </a:rPr>
              <a:t>afaka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ahiahy</a:t>
            </a:r>
            <a:endParaRPr lang="fr-FR" sz="7200" b="1" dirty="0">
              <a:latin typeface="Apache" pitchFamily="2" charset="0"/>
            </a:endParaRPr>
          </a:p>
          <a:p>
            <a:pPr algn="ctr"/>
            <a:r>
              <a:rPr lang="en-GB" sz="7200" b="1" dirty="0" smtClean="0">
                <a:latin typeface="Apache" pitchFamily="2" charset="0"/>
              </a:rPr>
              <a:t>  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Afaka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ahiahy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).</a:t>
            </a:r>
            <a:endParaRPr lang="fr-FR" sz="72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8229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-13648" y="368405"/>
            <a:ext cx="12298680" cy="5632311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Raha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Jehovah no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mpiandry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hisy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izay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ampahory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Ahimaintso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no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handriako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Ranon’aina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sotroiko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 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02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81888"/>
            <a:ext cx="12192000" cy="656263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fanahiko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velominy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Miasa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matory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Lala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-marina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itondrany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foiko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.</a:t>
            </a:r>
            <a:r>
              <a:rPr lang="fr-FR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17488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137058"/>
            <a:ext cx="1219200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GB" sz="2000" b="1" dirty="0"/>
          </a:p>
          <a:p>
            <a:pPr algn="ctr"/>
            <a:r>
              <a:rPr lang="en-GB" sz="8000" b="1" dirty="0" smtClean="0">
                <a:latin typeface="Apache" pitchFamily="2" charset="0"/>
              </a:rPr>
              <a:t>4 </a:t>
            </a:r>
            <a:r>
              <a:rPr lang="en-GB" sz="8000" b="1" dirty="0" err="1" smtClean="0">
                <a:latin typeface="Apache" pitchFamily="2" charset="0"/>
              </a:rPr>
              <a:t>Ao</a:t>
            </a:r>
            <a:r>
              <a:rPr lang="en-GB" sz="8000" b="1" dirty="0" smtClean="0">
                <a:latin typeface="Apache" pitchFamily="2" charset="0"/>
              </a:rPr>
              <a:t> an-</a:t>
            </a:r>
            <a:r>
              <a:rPr lang="en-GB" sz="8000" b="1" dirty="0" err="1" smtClean="0">
                <a:latin typeface="Apache" pitchFamily="2" charset="0"/>
              </a:rPr>
              <a:t>tranonao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ry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Tompo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 smtClean="0">
                <a:latin typeface="Apache" pitchFamily="2" charset="0"/>
              </a:rPr>
              <a:t>   No </a:t>
            </a:r>
            <a:r>
              <a:rPr lang="en-GB" sz="8000" b="1" dirty="0" err="1" smtClean="0">
                <a:latin typeface="Apache" pitchFamily="2" charset="0"/>
              </a:rPr>
              <a:t>iriko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hialofana</a:t>
            </a:r>
            <a:r>
              <a:rPr lang="en-GB" sz="8000" b="1" dirty="0" smtClean="0">
                <a:latin typeface="Apache" pitchFamily="2" charset="0"/>
              </a:rPr>
              <a:t> ;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 smtClean="0">
                <a:latin typeface="Apache" pitchFamily="2" charset="0"/>
              </a:rPr>
              <a:t>   </a:t>
            </a:r>
            <a:r>
              <a:rPr lang="en-GB" sz="8000" b="1" dirty="0" err="1" smtClean="0">
                <a:latin typeface="Apache" pitchFamily="2" charset="0"/>
              </a:rPr>
              <a:t>Ka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tsy</a:t>
            </a:r>
            <a:r>
              <a:rPr lang="en-GB" sz="8000" b="1" dirty="0" smtClean="0">
                <a:latin typeface="Apache" pitchFamily="2" charset="0"/>
              </a:rPr>
              <a:t> </a:t>
            </a:r>
            <a:r>
              <a:rPr lang="en-GB" sz="8000" b="1" dirty="0" err="1" smtClean="0">
                <a:latin typeface="Apache" pitchFamily="2" charset="0"/>
              </a:rPr>
              <a:t>afa-miditra</a:t>
            </a:r>
            <a:r>
              <a:rPr lang="en-GB" sz="8000" b="1" dirty="0" smtClean="0">
                <a:latin typeface="Apache" pitchFamily="2" charset="0"/>
              </a:rPr>
              <a:t> any</a:t>
            </a:r>
            <a:endParaRPr lang="fr-FR" sz="80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8000" b="1" dirty="0" smtClean="0"/>
              <a:t>   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7200" b="1" i="1" dirty="0" err="1" smtClean="0">
                <a:solidFill>
                  <a:schemeClr val="accent6">
                    <a:lumMod val="75000"/>
                  </a:schemeClr>
                </a:solidFill>
              </a:rPr>
              <a:t>Ny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 smtClean="0">
                <a:solidFill>
                  <a:schemeClr val="accent6">
                    <a:lumMod val="75000"/>
                  </a:schemeClr>
                </a:solidFill>
              </a:rPr>
              <a:t>hetraketraky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 smtClean="0">
                <a:solidFill>
                  <a:schemeClr val="accent6">
                    <a:lumMod val="75000"/>
                  </a:schemeClr>
                </a:solidFill>
              </a:rPr>
              <a:t>ny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 smtClean="0">
                <a:solidFill>
                  <a:schemeClr val="accent6">
                    <a:lumMod val="75000"/>
                  </a:schemeClr>
                </a:solidFill>
              </a:rPr>
              <a:t>tany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)</a:t>
            </a:r>
            <a:endParaRPr lang="fr-FR" sz="72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3806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68240" y="286601"/>
            <a:ext cx="1197864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b="1" dirty="0">
              <a:latin typeface="Apache" pitchFamily="2" charset="0"/>
            </a:endParaRPr>
          </a:p>
          <a:p>
            <a:pPr algn="ctr"/>
            <a:r>
              <a:rPr lang="en-GB" sz="7200" b="1" dirty="0" err="1" smtClean="0">
                <a:latin typeface="Apache" pitchFamily="2" charset="0"/>
              </a:rPr>
              <a:t>Raha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ny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fonao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feno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antra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 smtClean="0">
                <a:latin typeface="Apache" pitchFamily="2" charset="0"/>
              </a:rPr>
              <a:t>   </a:t>
            </a:r>
            <a:r>
              <a:rPr lang="en-GB" sz="7200" b="1" dirty="0">
                <a:latin typeface="Apache" pitchFamily="2" charset="0"/>
              </a:rPr>
              <a:t>No </a:t>
            </a:r>
            <a:r>
              <a:rPr lang="en-GB" sz="7200" b="1" dirty="0" err="1">
                <a:latin typeface="Apache" pitchFamily="2" charset="0"/>
              </a:rPr>
              <a:t>ho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lamba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irakofana</a:t>
            </a:r>
            <a:r>
              <a:rPr lang="en-GB" sz="7200" b="1" dirty="0">
                <a:latin typeface="Apache" pitchFamily="2" charset="0"/>
              </a:rPr>
              <a:t>,</a:t>
            </a:r>
            <a:endParaRPr lang="fr-FR" sz="7200" b="1" dirty="0" smtClean="0">
              <a:effectLst/>
              <a:latin typeface="Apache" pitchFamily="2" charset="0"/>
            </a:endParaRPr>
          </a:p>
          <a:p>
            <a:pPr algn="ctr"/>
            <a:r>
              <a:rPr lang="en-GB" sz="7200" b="1" dirty="0">
                <a:latin typeface="Apache" pitchFamily="2" charset="0"/>
              </a:rPr>
              <a:t>   </a:t>
            </a:r>
            <a:r>
              <a:rPr lang="en-GB" sz="7200" b="1" dirty="0" err="1">
                <a:latin typeface="Apache" pitchFamily="2" charset="0"/>
              </a:rPr>
              <a:t>Ary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ny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androm-pifaliana</a:t>
            </a:r>
            <a:r>
              <a:rPr lang="en-GB" sz="7200" b="1" dirty="0" smtClean="0">
                <a:latin typeface="Apache" pitchFamily="2" charset="0"/>
              </a:rPr>
              <a:t>, </a:t>
            </a:r>
            <a:r>
              <a:rPr lang="en-GB" sz="7200" b="1" dirty="0" err="1" smtClean="0">
                <a:latin typeface="Apache" pitchFamily="2" charset="0"/>
              </a:rPr>
              <a:t>tsy</a:t>
            </a:r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dirty="0" err="1">
                <a:latin typeface="Apache" pitchFamily="2" charset="0"/>
              </a:rPr>
              <a:t>ho</a:t>
            </a:r>
            <a:r>
              <a:rPr lang="en-GB" sz="7200" b="1" dirty="0">
                <a:latin typeface="Apache" pitchFamily="2" charset="0"/>
              </a:rPr>
              <a:t> </a:t>
            </a:r>
            <a:r>
              <a:rPr lang="en-GB" sz="7200" b="1" dirty="0" err="1" smtClean="0">
                <a:latin typeface="Apache" pitchFamily="2" charset="0"/>
              </a:rPr>
              <a:t>lany</a:t>
            </a:r>
            <a:endParaRPr lang="en-GB" sz="7200" b="1" dirty="0" smtClean="0">
              <a:latin typeface="Apache" pitchFamily="2" charset="0"/>
            </a:endParaRPr>
          </a:p>
          <a:p>
            <a:pPr algn="ctr"/>
            <a:r>
              <a:rPr lang="en-GB" sz="7200" b="1" dirty="0" smtClean="0">
                <a:latin typeface="Apache" pitchFamily="2" charset="0"/>
              </a:rPr>
              <a:t> 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Tsy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>
                <a:solidFill>
                  <a:schemeClr val="accent6">
                    <a:lumMod val="75000"/>
                  </a:schemeClr>
                </a:solidFill>
              </a:rPr>
              <a:t>ho</a:t>
            </a:r>
            <a:r>
              <a:rPr lang="en-GB" sz="72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200" b="1" i="1" dirty="0" err="1" smtClean="0">
                <a:solidFill>
                  <a:schemeClr val="accent6">
                    <a:lumMod val="75000"/>
                  </a:schemeClr>
                </a:solidFill>
              </a:rPr>
              <a:t>lany</a:t>
            </a:r>
            <a:r>
              <a:rPr lang="en-GB" sz="7200" b="1" i="1" dirty="0" smtClean="0">
                <a:solidFill>
                  <a:schemeClr val="accent6">
                    <a:lumMod val="75000"/>
                  </a:schemeClr>
                </a:solidFill>
              </a:rPr>
              <a:t>)</a:t>
            </a:r>
            <a:endParaRPr lang="fr-FR" sz="7200" b="1" i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9192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-13648" y="368405"/>
            <a:ext cx="12298680" cy="5632311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Raha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Jehovah no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mpiandry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hisy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izay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ampahory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Ahimaintso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no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handriako</a:t>
            </a:r>
            <a:endParaRPr lang="fr-FR" sz="7200" b="1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/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Ranon’aina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sotroiko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 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0849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81888"/>
            <a:ext cx="12192000" cy="656263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Ny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fanahiko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velominy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Miasa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Izy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mba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matory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,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Lala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-marina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itondrany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ache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 </a:t>
            </a:r>
            <a:r>
              <a:rPr lang="en-GB" sz="7200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Tsy</a:t>
            </a:r>
            <a:r>
              <a:rPr lang="en-GB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ho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 </a:t>
            </a:r>
            <a:r>
              <a:rPr lang="en-GB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foiko</a:t>
            </a:r>
            <a:r>
              <a:rPr lang="en-GB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ache" pitchFamily="2" charset="0"/>
              </a:rPr>
              <a:t>.</a:t>
            </a:r>
            <a:r>
              <a:rPr lang="fr-FR" sz="7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46080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320</Words>
  <Application>Microsoft Office PowerPoint</Application>
  <PresentationFormat>Grand écran</PresentationFormat>
  <Paragraphs>70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Apache</vt:lpstr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19</dc:title>
  <dc:creator>Solofo</dc:creator>
  <cp:lastModifiedBy>Gaming</cp:lastModifiedBy>
  <cp:revision>11</cp:revision>
  <dcterms:created xsi:type="dcterms:W3CDTF">2014-08-28T12:09:02Z</dcterms:created>
  <dcterms:modified xsi:type="dcterms:W3CDTF">2025-11-16T06:07:20Z</dcterms:modified>
</cp:coreProperties>
</file>