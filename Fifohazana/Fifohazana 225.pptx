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59" r:id="rId9"/>
    <p:sldId id="260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533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19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37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007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56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42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388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344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436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604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7383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14521-FD18-471E-B0D1-CC0F0B67D4A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C180D-599E-4DFA-98A8-022E610EE2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135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573723"/>
            <a:ext cx="9144000" cy="2387600"/>
          </a:xfrm>
        </p:spPr>
        <p:txBody>
          <a:bodyPr>
            <a:normAutofit/>
          </a:bodyPr>
          <a:lstStyle/>
          <a:p>
            <a:r>
              <a:rPr lang="fr-FR" sz="7200" b="1" dirty="0" err="1" smtClean="0"/>
              <a:t>Hira</a:t>
            </a:r>
            <a:r>
              <a:rPr lang="fr-FR" sz="7200" b="1" dirty="0" smtClean="0"/>
              <a:t> </a:t>
            </a:r>
            <a:r>
              <a:rPr lang="fr-FR" sz="7200" b="1" dirty="0" err="1" smtClean="0"/>
              <a:t>Fifohazana</a:t>
            </a:r>
            <a:endParaRPr lang="fr-FR" sz="7200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83080" y="3327718"/>
            <a:ext cx="9144000" cy="1655762"/>
          </a:xfrm>
        </p:spPr>
        <p:txBody>
          <a:bodyPr>
            <a:noAutofit/>
          </a:bodyPr>
          <a:lstStyle/>
          <a:p>
            <a:r>
              <a:rPr lang="fr-FR" sz="19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225</a:t>
            </a:r>
            <a:endParaRPr lang="fr-FR" sz="19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0691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8000" b="1" dirty="0" smtClean="0"/>
              <a:t>1. </a:t>
            </a:r>
            <a:r>
              <a:rPr lang="fr-FR" sz="8000" b="1" dirty="0" err="1" smtClean="0"/>
              <a:t>Misikina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re</a:t>
            </a:r>
            <a:r>
              <a:rPr lang="fr-FR" sz="8000" b="1" dirty="0" smtClean="0"/>
              <a:t>, </a:t>
            </a:r>
            <a:r>
              <a:rPr lang="fr-FR" sz="8000" b="1" dirty="0" err="1" smtClean="0"/>
              <a:t>ry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sakaiza</a:t>
            </a:r>
            <a:r>
              <a:rPr lang="fr-FR" sz="8000" b="1" dirty="0" smtClean="0"/>
              <a:t> ô</a:t>
            </a:r>
            <a:br>
              <a:rPr lang="fr-FR" sz="8000" b="1" dirty="0" smtClean="0"/>
            </a:br>
            <a:r>
              <a:rPr lang="fr-FR" sz="8000" b="1" dirty="0" smtClean="0"/>
              <a:t>Ady </a:t>
            </a:r>
            <a:r>
              <a:rPr lang="fr-FR" sz="8000" b="1" dirty="0" err="1" smtClean="0"/>
              <a:t>mahamay</a:t>
            </a:r>
            <a:r>
              <a:rPr lang="fr-FR" sz="8000" b="1" dirty="0" smtClean="0"/>
              <a:t> no </a:t>
            </a:r>
            <a:r>
              <a:rPr lang="fr-FR" sz="8000" b="1" dirty="0" err="1" smtClean="0"/>
              <a:t>atao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izao</a:t>
            </a:r>
            <a:r>
              <a:rPr lang="fr-FR" sz="8000" b="1" dirty="0" smtClean="0"/>
              <a:t/>
            </a:r>
            <a:br>
              <a:rPr lang="fr-FR" sz="8000" b="1" dirty="0" smtClean="0"/>
            </a:br>
            <a:r>
              <a:rPr lang="fr-FR" sz="8000" b="1" dirty="0" err="1" smtClean="0"/>
              <a:t>Ento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ny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ampinga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sy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sabatrao</a:t>
            </a:r>
            <a:r>
              <a:rPr lang="fr-FR" sz="8000" b="1" dirty="0" smtClean="0"/>
              <a:t/>
            </a:r>
            <a:br>
              <a:rPr lang="fr-FR" sz="8000" b="1" dirty="0" smtClean="0"/>
            </a:br>
            <a:r>
              <a:rPr lang="fr-FR" sz="8000" b="1" dirty="0" err="1" smtClean="0"/>
              <a:t>Sy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ny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fiarovan-dohanao</a:t>
            </a:r>
            <a:endParaRPr lang="fr-FR" sz="8000" b="1" dirty="0"/>
          </a:p>
        </p:txBody>
      </p:sp>
    </p:spTree>
    <p:extLst>
      <p:ext uri="{BB962C8B-B14F-4D97-AF65-F5344CB8AC3E}">
        <p14:creationId xmlns:p14="http://schemas.microsoft.com/office/powerpoint/2010/main" val="4006431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FR" sz="8000" b="1" dirty="0" err="1"/>
              <a:t>Miomàna</a:t>
            </a:r>
            <a:r>
              <a:rPr lang="fr-FR" sz="8000" b="1" dirty="0"/>
              <a:t>  </a:t>
            </a:r>
            <a:r>
              <a:rPr lang="fr-FR" sz="8000" b="1" dirty="0" err="1"/>
              <a:t>re</a:t>
            </a:r>
            <a:r>
              <a:rPr lang="fr-FR" sz="8000" b="1" dirty="0"/>
              <a:t>, </a:t>
            </a:r>
            <a:r>
              <a:rPr lang="fr-FR" sz="8000" b="1" dirty="0" err="1"/>
              <a:t>miomàna</a:t>
            </a:r>
            <a:r>
              <a:rPr lang="fr-FR" sz="8000" b="1" dirty="0"/>
              <a:t> </a:t>
            </a:r>
            <a:r>
              <a:rPr lang="fr-FR" sz="8000" b="1" dirty="0" err="1"/>
              <a:t>re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fr-FR" sz="8000" b="1" dirty="0" err="1"/>
              <a:t>Aoka</a:t>
            </a:r>
            <a:r>
              <a:rPr lang="fr-FR" sz="8000" b="1" dirty="0"/>
              <a:t> ho </a:t>
            </a:r>
            <a:r>
              <a:rPr lang="fr-FR" sz="8000" b="1" dirty="0" err="1"/>
              <a:t>mpandresy</a:t>
            </a:r>
            <a:r>
              <a:rPr lang="fr-FR" sz="8000" b="1" dirty="0"/>
              <a:t> an-</a:t>
            </a:r>
            <a:r>
              <a:rPr lang="fr-FR" sz="8000" b="1" dirty="0" err="1"/>
              <a:t>tafika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fr-FR" sz="8000" b="1" dirty="0" err="1"/>
              <a:t>Mialoha</a:t>
            </a:r>
            <a:r>
              <a:rPr lang="fr-FR" sz="8000" b="1" dirty="0"/>
              <a:t> </a:t>
            </a:r>
            <a:r>
              <a:rPr lang="fr-FR" sz="8000" b="1" dirty="0" err="1"/>
              <a:t>anao</a:t>
            </a:r>
            <a:r>
              <a:rPr lang="fr-FR" sz="8000" b="1" dirty="0"/>
              <a:t> </a:t>
            </a:r>
            <a:r>
              <a:rPr lang="fr-FR" sz="8000" b="1" dirty="0" err="1"/>
              <a:t>Tompo</a:t>
            </a:r>
            <a:r>
              <a:rPr lang="fr-FR" sz="8000" b="1" dirty="0"/>
              <a:t> </a:t>
            </a:r>
            <a:r>
              <a:rPr lang="fr-FR" sz="8000" b="1" dirty="0" err="1"/>
              <a:t>lehibe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fr-FR" sz="8000" b="1" dirty="0"/>
              <a:t>Dia </a:t>
            </a:r>
            <a:r>
              <a:rPr lang="fr-FR" sz="8000" b="1" dirty="0" err="1"/>
              <a:t>Jeso</a:t>
            </a:r>
            <a:r>
              <a:rPr lang="fr-FR" sz="8000" b="1" dirty="0"/>
              <a:t> </a:t>
            </a:r>
            <a:r>
              <a:rPr lang="fr-FR" sz="8000" b="1" dirty="0" err="1"/>
              <a:t>mpanjakan-danitra</a:t>
            </a:r>
            <a:endParaRPr lang="fr-FR" sz="8000" b="1" dirty="0"/>
          </a:p>
        </p:txBody>
      </p:sp>
    </p:spTree>
    <p:extLst>
      <p:ext uri="{BB962C8B-B14F-4D97-AF65-F5344CB8AC3E}">
        <p14:creationId xmlns:p14="http://schemas.microsoft.com/office/powerpoint/2010/main" val="2782462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887109"/>
            <a:ext cx="12192001" cy="4524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fr-FR" sz="8000" b="1" dirty="0">
                <a:latin typeface="+mj-lt"/>
                <a:ea typeface="+mj-ea"/>
                <a:cs typeface="+mj-cs"/>
              </a:rPr>
              <a:t>2.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Miomàna</a:t>
            </a:r>
            <a:r>
              <a:rPr lang="fr-FR" sz="8000" b="1" dirty="0">
                <a:latin typeface="+mj-lt"/>
                <a:ea typeface="+mj-ea"/>
                <a:cs typeface="+mj-cs"/>
              </a:rPr>
              <a:t> fa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efa</a:t>
            </a:r>
            <a:r>
              <a:rPr lang="fr-FR" sz="8000" b="1" dirty="0">
                <a:latin typeface="+mj-lt"/>
                <a:ea typeface="+mj-ea"/>
                <a:cs typeface="+mj-cs"/>
              </a:rPr>
              <a:t>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natokana</a:t>
            </a:r>
            <a:endParaRPr lang="fr-FR" sz="8000" b="1" dirty="0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fr-FR" sz="8000" b="1" dirty="0">
                <a:latin typeface="+mj-lt"/>
                <a:ea typeface="+mj-ea"/>
                <a:cs typeface="+mj-cs"/>
              </a:rPr>
              <a:t>Ho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miaramila</a:t>
            </a:r>
            <a:r>
              <a:rPr lang="fr-FR" sz="8000" b="1" dirty="0">
                <a:latin typeface="+mj-lt"/>
                <a:ea typeface="+mj-ea"/>
                <a:cs typeface="+mj-cs"/>
              </a:rPr>
              <a:t>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ny</a:t>
            </a:r>
            <a:r>
              <a:rPr lang="fr-FR" sz="8000" b="1" dirty="0">
                <a:latin typeface="+mj-lt"/>
                <a:ea typeface="+mj-ea"/>
                <a:cs typeface="+mj-cs"/>
              </a:rPr>
              <a:t>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tenanao</a:t>
            </a:r>
            <a:endParaRPr lang="fr-FR" sz="8000" b="1" dirty="0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fr-FR" sz="8000" b="1" dirty="0">
                <a:latin typeface="+mj-lt"/>
                <a:ea typeface="+mj-ea"/>
                <a:cs typeface="+mj-cs"/>
              </a:rPr>
              <a:t>Ka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hahazo</a:t>
            </a:r>
            <a:r>
              <a:rPr lang="fr-FR" sz="8000" b="1" dirty="0">
                <a:latin typeface="+mj-lt"/>
                <a:ea typeface="+mj-ea"/>
                <a:cs typeface="+mj-cs"/>
              </a:rPr>
              <a:t>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babo</a:t>
            </a:r>
            <a:r>
              <a:rPr lang="fr-FR" sz="8000" b="1" dirty="0">
                <a:latin typeface="+mj-lt"/>
                <a:ea typeface="+mj-ea"/>
                <a:cs typeface="+mj-cs"/>
              </a:rPr>
              <a:t>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haondrana</a:t>
            </a:r>
            <a:endParaRPr lang="fr-FR" sz="8000" b="1" dirty="0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fr-FR" sz="8000" b="1" dirty="0">
                <a:latin typeface="+mj-lt"/>
                <a:ea typeface="+mj-ea"/>
                <a:cs typeface="+mj-cs"/>
              </a:rPr>
              <a:t>Ho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am-Paradisa</a:t>
            </a:r>
            <a:r>
              <a:rPr lang="fr-FR" sz="8000" b="1" dirty="0">
                <a:latin typeface="+mj-lt"/>
                <a:ea typeface="+mj-ea"/>
                <a:cs typeface="+mj-cs"/>
              </a:rPr>
              <a:t>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ambony</a:t>
            </a:r>
            <a:r>
              <a:rPr lang="fr-FR" sz="8000" b="1" dirty="0">
                <a:latin typeface="+mj-lt"/>
                <a:ea typeface="+mj-ea"/>
                <a:cs typeface="+mj-cs"/>
              </a:rPr>
              <a:t> </a:t>
            </a:r>
            <a:r>
              <a:rPr lang="fr-FR" sz="8000" b="1" dirty="0" err="1">
                <a:latin typeface="+mj-lt"/>
                <a:ea typeface="+mj-ea"/>
                <a:cs typeface="+mj-cs"/>
              </a:rPr>
              <a:t>ao</a:t>
            </a:r>
            <a:r>
              <a:rPr lang="fr-FR" sz="8000" b="1" dirty="0">
                <a:latin typeface="+mj-lt"/>
                <a:ea typeface="+mj-ea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9650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FR" sz="8000" b="1" dirty="0" err="1"/>
              <a:t>Miomàna</a:t>
            </a:r>
            <a:r>
              <a:rPr lang="fr-FR" sz="8000" b="1" dirty="0"/>
              <a:t>  </a:t>
            </a:r>
            <a:r>
              <a:rPr lang="fr-FR" sz="8000" b="1" dirty="0" err="1"/>
              <a:t>re</a:t>
            </a:r>
            <a:r>
              <a:rPr lang="fr-FR" sz="8000" b="1" dirty="0"/>
              <a:t>, </a:t>
            </a:r>
            <a:r>
              <a:rPr lang="fr-FR" sz="8000" b="1" dirty="0" err="1"/>
              <a:t>miomàna</a:t>
            </a:r>
            <a:r>
              <a:rPr lang="fr-FR" sz="8000" b="1" dirty="0"/>
              <a:t> </a:t>
            </a:r>
            <a:r>
              <a:rPr lang="fr-FR" sz="8000" b="1" dirty="0" err="1"/>
              <a:t>re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fr-FR" sz="8000" b="1" dirty="0" err="1"/>
              <a:t>Aoka</a:t>
            </a:r>
            <a:r>
              <a:rPr lang="fr-FR" sz="8000" b="1" dirty="0"/>
              <a:t> ho </a:t>
            </a:r>
            <a:r>
              <a:rPr lang="fr-FR" sz="8000" b="1" dirty="0" err="1"/>
              <a:t>mpandresy</a:t>
            </a:r>
            <a:r>
              <a:rPr lang="fr-FR" sz="8000" b="1" dirty="0"/>
              <a:t> an-</a:t>
            </a:r>
            <a:r>
              <a:rPr lang="fr-FR" sz="8000" b="1" dirty="0" err="1"/>
              <a:t>tafika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fr-FR" sz="8000" b="1" dirty="0" err="1"/>
              <a:t>Mialoha</a:t>
            </a:r>
            <a:r>
              <a:rPr lang="fr-FR" sz="8000" b="1" dirty="0"/>
              <a:t> </a:t>
            </a:r>
            <a:r>
              <a:rPr lang="fr-FR" sz="8000" b="1" dirty="0" err="1"/>
              <a:t>anao</a:t>
            </a:r>
            <a:r>
              <a:rPr lang="fr-FR" sz="8000" b="1" dirty="0"/>
              <a:t> </a:t>
            </a:r>
            <a:r>
              <a:rPr lang="fr-FR" sz="8000" b="1" dirty="0" err="1"/>
              <a:t>Tompo</a:t>
            </a:r>
            <a:r>
              <a:rPr lang="fr-FR" sz="8000" b="1" dirty="0"/>
              <a:t> </a:t>
            </a:r>
            <a:r>
              <a:rPr lang="fr-FR" sz="8000" b="1" dirty="0" err="1"/>
              <a:t>lehibe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fr-FR" sz="8000" b="1" dirty="0"/>
              <a:t>Dia </a:t>
            </a:r>
            <a:r>
              <a:rPr lang="fr-FR" sz="8000" b="1" dirty="0" err="1"/>
              <a:t>Jeso</a:t>
            </a:r>
            <a:r>
              <a:rPr lang="fr-FR" sz="8000" b="1" dirty="0"/>
              <a:t> </a:t>
            </a:r>
            <a:r>
              <a:rPr lang="fr-FR" sz="8000" b="1" dirty="0" err="1"/>
              <a:t>mpanjakan-danitra</a:t>
            </a:r>
            <a:endParaRPr lang="fr-FR" sz="8000" b="1" dirty="0"/>
          </a:p>
        </p:txBody>
      </p:sp>
    </p:spTree>
    <p:extLst>
      <p:ext uri="{BB962C8B-B14F-4D97-AF65-F5344CB8AC3E}">
        <p14:creationId xmlns:p14="http://schemas.microsoft.com/office/powerpoint/2010/main" val="2229959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009942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3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.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Mandrosoa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sakaiza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ho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tonga</a:t>
            </a:r>
            <a:endParaRPr lang="fr-FR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an-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daharan'adin'ny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masina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;</a:t>
            </a:r>
          </a:p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Aringano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ireo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fahavalonao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 </a:t>
            </a:r>
          </a:p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'Zay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mivory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alinalina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375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FR" sz="8000" b="1" dirty="0" err="1"/>
              <a:t>Miomàna</a:t>
            </a:r>
            <a:r>
              <a:rPr lang="fr-FR" sz="8000" b="1" dirty="0"/>
              <a:t>  </a:t>
            </a:r>
            <a:r>
              <a:rPr lang="fr-FR" sz="8000" b="1" dirty="0" err="1"/>
              <a:t>re</a:t>
            </a:r>
            <a:r>
              <a:rPr lang="fr-FR" sz="8000" b="1" dirty="0"/>
              <a:t>, </a:t>
            </a:r>
            <a:r>
              <a:rPr lang="fr-FR" sz="8000" b="1" dirty="0" err="1"/>
              <a:t>miomàna</a:t>
            </a:r>
            <a:r>
              <a:rPr lang="fr-FR" sz="8000" b="1" dirty="0"/>
              <a:t> </a:t>
            </a:r>
            <a:r>
              <a:rPr lang="fr-FR" sz="8000" b="1" dirty="0" err="1"/>
              <a:t>re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fr-FR" sz="8000" b="1" dirty="0" err="1"/>
              <a:t>Aoka</a:t>
            </a:r>
            <a:r>
              <a:rPr lang="fr-FR" sz="8000" b="1" dirty="0"/>
              <a:t> ho </a:t>
            </a:r>
            <a:r>
              <a:rPr lang="fr-FR" sz="8000" b="1" dirty="0" err="1"/>
              <a:t>mpandresy</a:t>
            </a:r>
            <a:r>
              <a:rPr lang="fr-FR" sz="8000" b="1" dirty="0"/>
              <a:t> an-</a:t>
            </a:r>
            <a:r>
              <a:rPr lang="fr-FR" sz="8000" b="1" dirty="0" err="1"/>
              <a:t>tafika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fr-FR" sz="8000" b="1" dirty="0" err="1"/>
              <a:t>Mialoha</a:t>
            </a:r>
            <a:r>
              <a:rPr lang="fr-FR" sz="8000" b="1" dirty="0"/>
              <a:t> </a:t>
            </a:r>
            <a:r>
              <a:rPr lang="fr-FR" sz="8000" b="1" dirty="0" err="1"/>
              <a:t>anao</a:t>
            </a:r>
            <a:r>
              <a:rPr lang="fr-FR" sz="8000" b="1" dirty="0"/>
              <a:t> </a:t>
            </a:r>
            <a:r>
              <a:rPr lang="fr-FR" sz="8000" b="1" dirty="0" err="1"/>
              <a:t>Tompo</a:t>
            </a:r>
            <a:r>
              <a:rPr lang="fr-FR" sz="8000" b="1" dirty="0"/>
              <a:t> </a:t>
            </a:r>
            <a:r>
              <a:rPr lang="fr-FR" sz="8000" b="1" dirty="0" err="1"/>
              <a:t>lehibe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fr-FR" sz="8000" b="1" dirty="0"/>
              <a:t>Dia </a:t>
            </a:r>
            <a:r>
              <a:rPr lang="fr-FR" sz="8000" b="1" dirty="0" err="1"/>
              <a:t>Jeso</a:t>
            </a:r>
            <a:r>
              <a:rPr lang="fr-FR" sz="8000" b="1" dirty="0"/>
              <a:t> </a:t>
            </a:r>
            <a:r>
              <a:rPr lang="fr-FR" sz="8000" b="1" dirty="0" err="1"/>
              <a:t>mpanjakan-danitra</a:t>
            </a:r>
            <a:endParaRPr lang="fr-FR" sz="8000" b="1" dirty="0"/>
          </a:p>
        </p:txBody>
      </p:sp>
    </p:spTree>
    <p:extLst>
      <p:ext uri="{BB962C8B-B14F-4D97-AF65-F5344CB8AC3E}">
        <p14:creationId xmlns:p14="http://schemas.microsoft.com/office/powerpoint/2010/main" val="2807896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8000" b="1" dirty="0" smtClean="0"/>
              <a:t>4. Ô </a:t>
            </a:r>
            <a:r>
              <a:rPr lang="fr-FR" sz="8000" b="1" dirty="0" err="1" smtClean="0"/>
              <a:t>ry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voatendry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hanafika</a:t>
            </a:r>
            <a:r>
              <a:rPr lang="fr-FR" sz="8000" b="1" dirty="0" smtClean="0"/>
              <a:t/>
            </a:r>
            <a:br>
              <a:rPr lang="fr-FR" sz="8000" b="1" dirty="0" smtClean="0"/>
            </a:br>
            <a:r>
              <a:rPr lang="fr-FR" sz="8000" b="1" dirty="0" err="1" smtClean="0"/>
              <a:t>Mifalia</a:t>
            </a:r>
            <a:r>
              <a:rPr lang="fr-FR" sz="8000" b="1" dirty="0" smtClean="0"/>
              <a:t> fa </a:t>
            </a:r>
            <a:r>
              <a:rPr lang="fr-FR" sz="8000" b="1" dirty="0" err="1" smtClean="0"/>
              <a:t>tsara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mpitarika</a:t>
            </a:r>
            <a:r>
              <a:rPr lang="fr-FR" sz="8000" b="1" dirty="0" smtClean="0"/>
              <a:t/>
            </a:r>
            <a:br>
              <a:rPr lang="fr-FR" sz="8000" b="1" dirty="0" smtClean="0"/>
            </a:br>
            <a:r>
              <a:rPr lang="fr-FR" sz="8000" b="1" dirty="0" err="1" smtClean="0"/>
              <a:t>Aoka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tsy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hiverin-dalana</a:t>
            </a:r>
            <a:r>
              <a:rPr lang="fr-FR" sz="8000" b="1" dirty="0" smtClean="0"/>
              <a:t/>
            </a:r>
            <a:br>
              <a:rPr lang="fr-FR" sz="8000" b="1" dirty="0" smtClean="0"/>
            </a:br>
            <a:r>
              <a:rPr lang="fr-FR" sz="8000" b="1" dirty="0" err="1" smtClean="0"/>
              <a:t>Eny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mahereza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tanana</a:t>
            </a:r>
            <a:endParaRPr lang="fr-FR" sz="8000" b="1" dirty="0"/>
          </a:p>
        </p:txBody>
      </p:sp>
    </p:spTree>
    <p:extLst>
      <p:ext uri="{BB962C8B-B14F-4D97-AF65-F5344CB8AC3E}">
        <p14:creationId xmlns:p14="http://schemas.microsoft.com/office/powerpoint/2010/main" val="255226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8000" b="1" dirty="0" err="1" smtClean="0"/>
              <a:t>Miomàna</a:t>
            </a:r>
            <a:r>
              <a:rPr lang="fr-FR" sz="8000" b="1" dirty="0" smtClean="0"/>
              <a:t>  </a:t>
            </a:r>
            <a:r>
              <a:rPr lang="fr-FR" sz="8000" b="1" dirty="0" err="1" smtClean="0"/>
              <a:t>re</a:t>
            </a:r>
            <a:r>
              <a:rPr lang="fr-FR" sz="8000" b="1" dirty="0" smtClean="0"/>
              <a:t>, </a:t>
            </a:r>
            <a:r>
              <a:rPr lang="fr-FR" sz="8000" b="1" dirty="0" err="1" smtClean="0"/>
              <a:t>miomàna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re</a:t>
            </a:r>
            <a:r>
              <a:rPr lang="fr-FR" sz="8000" b="1" dirty="0" smtClean="0"/>
              <a:t/>
            </a:r>
            <a:br>
              <a:rPr lang="fr-FR" sz="8000" b="1" dirty="0" smtClean="0"/>
            </a:br>
            <a:r>
              <a:rPr lang="fr-FR" sz="8000" b="1" dirty="0" err="1" smtClean="0"/>
              <a:t>Aoka</a:t>
            </a:r>
            <a:r>
              <a:rPr lang="fr-FR" sz="8000" b="1" dirty="0" smtClean="0"/>
              <a:t> ho </a:t>
            </a:r>
            <a:r>
              <a:rPr lang="fr-FR" sz="8000" b="1" dirty="0" err="1" smtClean="0"/>
              <a:t>mpandresy</a:t>
            </a:r>
            <a:r>
              <a:rPr lang="fr-FR" sz="8000" b="1" dirty="0" smtClean="0"/>
              <a:t> an-</a:t>
            </a:r>
            <a:r>
              <a:rPr lang="fr-FR" sz="8000" b="1" dirty="0" err="1" smtClean="0"/>
              <a:t>tafika</a:t>
            </a:r>
            <a:r>
              <a:rPr lang="fr-FR" sz="8000" b="1" dirty="0" smtClean="0"/>
              <a:t/>
            </a:r>
            <a:br>
              <a:rPr lang="fr-FR" sz="8000" b="1" dirty="0" smtClean="0"/>
            </a:br>
            <a:r>
              <a:rPr lang="fr-FR" sz="8000" b="1" dirty="0" err="1" smtClean="0"/>
              <a:t>Mialoha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anao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Tompo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lehibe</a:t>
            </a:r>
            <a:r>
              <a:rPr lang="fr-FR" sz="8000" b="1" dirty="0" smtClean="0"/>
              <a:t/>
            </a:r>
            <a:br>
              <a:rPr lang="fr-FR" sz="8000" b="1" dirty="0" smtClean="0"/>
            </a:br>
            <a:r>
              <a:rPr lang="fr-FR" sz="8000" b="1" dirty="0" smtClean="0"/>
              <a:t>Dia </a:t>
            </a:r>
            <a:r>
              <a:rPr lang="fr-FR" sz="8000" b="1" dirty="0" err="1" smtClean="0"/>
              <a:t>Jeso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mpanjakan-danitra</a:t>
            </a:r>
            <a:endParaRPr lang="fr-FR" sz="8000" b="1" dirty="0"/>
          </a:p>
        </p:txBody>
      </p:sp>
    </p:spTree>
    <p:extLst>
      <p:ext uri="{BB962C8B-B14F-4D97-AF65-F5344CB8AC3E}">
        <p14:creationId xmlns:p14="http://schemas.microsoft.com/office/powerpoint/2010/main" val="1708054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74</Words>
  <Application>Microsoft Office PowerPoint</Application>
  <PresentationFormat>Grand écran</PresentationFormat>
  <Paragraphs>16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Hira Fifohazana</vt:lpstr>
      <vt:lpstr>1. Misikina re, ry sakaiza ô Ady mahamay no atao izao Ento ny ampinga sy sabatrao Sy ny fiarovan-dohanao</vt:lpstr>
      <vt:lpstr>Miomàna  re, miomàna re Aoka ho mpandresy an-tafika Mialoha anao Tompo lehibe Dia Jeso mpanjakan-danitra</vt:lpstr>
      <vt:lpstr>Présentation PowerPoint</vt:lpstr>
      <vt:lpstr>Miomàna  re, miomàna re Aoka ho mpandresy an-tafika Mialoha anao Tompo lehibe Dia Jeso mpanjakan-danitra</vt:lpstr>
      <vt:lpstr>Présentation PowerPoint</vt:lpstr>
      <vt:lpstr>Miomàna  re, miomàna re Aoka ho mpandresy an-tafika Mialoha anao Tompo lehibe Dia Jeso mpanjakan-danitra</vt:lpstr>
      <vt:lpstr>4. Ô ry voatendry hanafika Mifalia fa tsara mpitarika Aoka tsy hiverin-dalana Eny mahereza tanana</vt:lpstr>
      <vt:lpstr>Miomàna  re, miomàna re Aoka ho mpandresy an-tafika Mialoha anao Tompo lehibe Dia Jeso mpanjakan-danitra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Fifohazana</dc:title>
  <dc:creator>Solofo</dc:creator>
  <cp:lastModifiedBy>Gaming</cp:lastModifiedBy>
  <cp:revision>4</cp:revision>
  <dcterms:created xsi:type="dcterms:W3CDTF">2014-10-11T20:01:25Z</dcterms:created>
  <dcterms:modified xsi:type="dcterms:W3CDTF">2025-09-14T08:02:53Z</dcterms:modified>
</cp:coreProperties>
</file>