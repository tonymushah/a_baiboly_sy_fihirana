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73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03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6665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85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06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156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29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08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00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832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37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F640-B164-4B4A-B145-BAFA5868DDEA}" type="datetimeFigureOut">
              <a:rPr lang="fr-FR" smtClean="0"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E0450-D60B-4AF5-95FD-9CB2705FCD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26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8000" dirty="0" err="1" smtClean="0"/>
              <a:t>Fihirana</a:t>
            </a:r>
            <a:r>
              <a:rPr lang="fr-FR" sz="8000" dirty="0" smtClean="0"/>
              <a:t> </a:t>
            </a:r>
            <a:r>
              <a:rPr lang="fr-FR" sz="8000" dirty="0" err="1" smtClean="0"/>
              <a:t>Fifohazana</a:t>
            </a:r>
            <a:r>
              <a:rPr lang="fr-FR" sz="8000" dirty="0" smtClean="0"/>
              <a:t> 102</a:t>
            </a:r>
            <a:endParaRPr lang="fr-FR" sz="8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55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06064"/>
            <a:ext cx="12192000" cy="6195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Tanora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ô!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mihevera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fatratra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andronao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vonin-javatra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tanjakao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zavona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hiraraka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hazon'aina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nolosoan'ny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fasana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heveronao</a:t>
            </a:r>
            <a:endParaRPr lang="fr-F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875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1" cy="687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ravina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manalokaloka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voniny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mahafinaritra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Mamerovero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maharitra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hazon'aina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nosoloan'ny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heveronao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»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880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7580"/>
            <a:ext cx="12192000" cy="6195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manam-pitsaharana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nofo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manam-panorenana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manam-piadanana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hazon'aina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nosoloan'ny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fasana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heveronao</a:t>
            </a:r>
            <a:endParaRPr lang="fr-F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961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7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fifaliana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mihelina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fiadanana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miserana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fahoriana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tonga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ferana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hazon'aina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nosoloan'ny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fasana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heveronao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»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910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338"/>
            <a:ext cx="12192000" cy="6195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olona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mbola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mitanondrika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'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tsarovy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maningotra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miorina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 ho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fongotra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hazon'aina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nosoloan'ny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fasana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heveronao</a:t>
            </a:r>
            <a:endParaRPr lang="fr-F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74887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7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 He!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mandalo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mihelina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ianteherana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He! mamy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aokoa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hatelina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hazon'aina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nosoloan'ny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fasana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heveronao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»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090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7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voasandratra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Endre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endre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endriky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lanitra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Maneho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santatr'izay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sambatra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feno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fitoerana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mahafinaritra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heveronao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2487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7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Ray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feno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voninahitra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mbamin'ny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voavotra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tokin'aina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fatratra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'Zay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tonga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feno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voninahitra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Mandrakizay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doria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»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809476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Grand écran</PresentationFormat>
  <Paragraphs>41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Fihirana Fifohazana 102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Fihirana Fifohazana 102</dc:title>
  <dc:creator>Gaming</dc:creator>
  <cp:lastModifiedBy>Gaming</cp:lastModifiedBy>
  <cp:revision>1</cp:revision>
  <dcterms:created xsi:type="dcterms:W3CDTF">2025-11-30T03:06:29Z</dcterms:created>
  <dcterms:modified xsi:type="dcterms:W3CDTF">2025-11-30T03:06:41Z</dcterms:modified>
</cp:coreProperties>
</file>