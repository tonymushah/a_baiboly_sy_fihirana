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62" r:id="rId6"/>
    <p:sldId id="259" r:id="rId7"/>
    <p:sldId id="260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72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74C99-2C31-44BD-A4D2-223C6D82309B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7B6D-215D-4E4B-B6CF-C48043EA2D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2831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74C99-2C31-44BD-A4D2-223C6D82309B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7B6D-215D-4E4B-B6CF-C48043EA2D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2851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74C99-2C31-44BD-A4D2-223C6D82309B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7B6D-215D-4E4B-B6CF-C48043EA2D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7383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74C99-2C31-44BD-A4D2-223C6D82309B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7B6D-215D-4E4B-B6CF-C48043EA2D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5249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74C99-2C31-44BD-A4D2-223C6D82309B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7B6D-215D-4E4B-B6CF-C48043EA2D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2542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74C99-2C31-44BD-A4D2-223C6D82309B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7B6D-215D-4E4B-B6CF-C48043EA2D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5433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74C99-2C31-44BD-A4D2-223C6D82309B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7B6D-215D-4E4B-B6CF-C48043EA2D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8922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74C99-2C31-44BD-A4D2-223C6D82309B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7B6D-215D-4E4B-B6CF-C48043EA2D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0937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74C99-2C31-44BD-A4D2-223C6D82309B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7B6D-215D-4E4B-B6CF-C48043EA2D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163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74C99-2C31-44BD-A4D2-223C6D82309B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7B6D-215D-4E4B-B6CF-C48043EA2D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385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74C99-2C31-44BD-A4D2-223C6D82309B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7B6D-215D-4E4B-B6CF-C48043EA2D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0180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874C99-2C31-44BD-A4D2-223C6D82309B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E57B6D-215D-4E4B-B6CF-C48043EA2D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2407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</p:spPr>
        <p:txBody>
          <a:bodyPr>
            <a:noAutofit/>
          </a:bodyPr>
          <a:lstStyle/>
          <a:p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FIF 183</a:t>
            </a:r>
            <a:b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4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Mitsimoka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ao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an-</a:t>
            </a:r>
            <a:r>
              <a:rPr lang="fr-FR" sz="4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tanim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fr-FR" sz="4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bolinao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ry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Ray </a:t>
            </a:r>
            <a:b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fr-FR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29699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</p:spPr>
        <p:txBody>
          <a:bodyPr>
            <a:normAutofit/>
          </a:bodyPr>
          <a:lstStyle/>
          <a:p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1.Mitsimoka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ao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an-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tanim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bolinao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Ray </a:t>
            </a:r>
            <a:b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ireto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zanakazo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mbola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kely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raha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sendra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tanin-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kandro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mahamay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rivo-doza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mamely</a:t>
            </a:r>
            <a:endParaRPr lang="fr-FR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46380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</p:spPr>
        <p:txBody>
          <a:bodyPr>
            <a:noAutofit/>
          </a:bodyPr>
          <a:lstStyle/>
          <a:p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Alofy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tantano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mafy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izahay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herinay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ampy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velively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hianao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Ray no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hany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Herinay</a:t>
            </a:r>
            <a:endParaRPr lang="fr-FR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7459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-164554"/>
            <a:ext cx="9144000" cy="5143500"/>
          </a:xfrm>
        </p:spPr>
        <p:txBody>
          <a:bodyPr>
            <a:noAutofit/>
          </a:bodyPr>
          <a:lstStyle/>
          <a:p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2.Ry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Jeso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loharano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feno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Mangalaha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fototr’aina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Mahafa-ketaheta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tontolo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izao</a:t>
            </a: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01165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Ary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efa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ampy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izay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rehetra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ilaina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taninay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ry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Jeso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fr-FR" sz="4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4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mba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onenanao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 </a:t>
            </a: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raha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ilaozanao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fr-FR" sz="4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 </a:t>
            </a: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karankaina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Tomoera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Tompo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ô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 </a:t>
            </a:r>
          </a:p>
          <a:p>
            <a:pPr algn="ctr"/>
            <a:r>
              <a:rPr lang="fr-FR" sz="4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monena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izao</a:t>
            </a:r>
            <a:endParaRPr lang="fr-FR" sz="4800" dirty="0"/>
          </a:p>
        </p:txBody>
      </p:sp>
    </p:spTree>
    <p:extLst>
      <p:ext uri="{BB962C8B-B14F-4D97-AF65-F5344CB8AC3E}">
        <p14:creationId xmlns:p14="http://schemas.microsoft.com/office/powerpoint/2010/main" val="851595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-20538"/>
            <a:ext cx="9144000" cy="5143500"/>
          </a:xfrm>
        </p:spPr>
        <p:txBody>
          <a:bodyPr>
            <a:noAutofit/>
          </a:bodyPr>
          <a:lstStyle/>
          <a:p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3.Ny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asanao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mangina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fanahy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 dia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hita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aza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afafazo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fakany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omeo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tsiro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Aminao</a:t>
            </a: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96594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0538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tahony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tondraho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halazo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hery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lehibe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mba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miasa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izao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Mba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hampidokadoka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fr-FR" sz="5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ireto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hazo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asa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atao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fr-FR" sz="5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voninahitra</a:t>
            </a:r>
            <a:endParaRPr lang="fr-FR" sz="5400" dirty="0"/>
          </a:p>
        </p:txBody>
      </p:sp>
    </p:spTree>
    <p:extLst>
      <p:ext uri="{BB962C8B-B14F-4D97-AF65-F5344CB8AC3E}">
        <p14:creationId xmlns:p14="http://schemas.microsoft.com/office/powerpoint/2010/main" val="3716769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40657"/>
            <a:ext cx="9144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5.Ry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Jeso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Loharano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feno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soa</a:t>
            </a:r>
            <a:endParaRPr lang="fr-FR" sz="5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Mangahalahala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fototr'aina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pPr algn="ctr"/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Mahafa-ketaheta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algn="ctr"/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izao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tontolo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izao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485904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9683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Ary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efa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ampy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izay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rehetra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ilaina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</a:p>
          <a:p>
            <a:pPr algn="ctr"/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taninay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endParaRPr lang="fr-FR" sz="4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4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ry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Jesoa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mba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onenonao</a:t>
            </a:r>
            <a:endParaRPr lang="fr-FR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 </a:t>
            </a: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raha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ilaozanao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dia </a:t>
            </a: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karankaina</a:t>
            </a:r>
            <a:endParaRPr lang="fr-FR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Tomoera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Tompo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ô! </a:t>
            </a:r>
            <a:endParaRPr lang="fr-FR" sz="4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4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Monena</a:t>
            </a:r>
            <a:r>
              <a:rPr lang="fr-FR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izao</a:t>
            </a:r>
            <a:r>
              <a:rPr lang="fr-F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fr-FR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53528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0538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6.Ny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asanao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mangina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fr-FR" sz="5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Fanahy</a:t>
            </a:r>
            <a:endParaRPr lang="fr-FR" sz="5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 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hita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aza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</a:p>
          <a:p>
            <a:pPr algn="ctr"/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afafazo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pPr algn="ctr"/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fakany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omeo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tsiro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avy</a:t>
            </a:r>
            <a:r>
              <a:rPr lang="fr-F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aminao</a:t>
            </a:r>
            <a:endParaRPr lang="fr-FR" sz="5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23418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400" b="1" dirty="0" err="1"/>
              <a:t>Ny</a:t>
            </a:r>
            <a:r>
              <a:rPr lang="fr-FR" sz="5400" b="1" dirty="0"/>
              <a:t> </a:t>
            </a:r>
            <a:r>
              <a:rPr lang="fr-FR" sz="5400" b="1" dirty="0" err="1"/>
              <a:t>tahony</a:t>
            </a:r>
            <a:r>
              <a:rPr lang="fr-FR" sz="5400" b="1" dirty="0"/>
              <a:t> </a:t>
            </a:r>
            <a:r>
              <a:rPr lang="fr-FR" sz="5400" b="1" dirty="0" err="1"/>
              <a:t>tondraho</a:t>
            </a:r>
            <a:r>
              <a:rPr lang="fr-FR" sz="5400" b="1" dirty="0"/>
              <a:t> </a:t>
            </a:r>
            <a:r>
              <a:rPr lang="fr-FR" sz="5400" b="1" dirty="0" err="1"/>
              <a:t>tsy</a:t>
            </a:r>
            <a:r>
              <a:rPr lang="fr-FR" sz="5400" b="1" dirty="0"/>
              <a:t> </a:t>
            </a:r>
            <a:r>
              <a:rPr lang="fr-FR" sz="5400" b="1" dirty="0" err="1"/>
              <a:t>halazo</a:t>
            </a:r>
            <a:r>
              <a:rPr lang="fr-FR" sz="5400" b="1" dirty="0"/>
              <a:t>;</a:t>
            </a:r>
          </a:p>
          <a:p>
            <a:pPr algn="ctr"/>
            <a:r>
              <a:rPr lang="fr-FR" sz="5400" b="1" dirty="0" err="1"/>
              <a:t>Ry</a:t>
            </a:r>
            <a:r>
              <a:rPr lang="fr-FR" sz="5400" b="1" dirty="0"/>
              <a:t> </a:t>
            </a:r>
            <a:r>
              <a:rPr lang="fr-FR" sz="5400" b="1" dirty="0" err="1"/>
              <a:t>hery</a:t>
            </a:r>
            <a:r>
              <a:rPr lang="fr-FR" sz="5400" b="1" dirty="0"/>
              <a:t> </a:t>
            </a:r>
            <a:r>
              <a:rPr lang="fr-FR" sz="5400" b="1" dirty="0" err="1"/>
              <a:t>lehibe</a:t>
            </a:r>
            <a:r>
              <a:rPr lang="fr-FR" sz="5400" b="1" dirty="0"/>
              <a:t> </a:t>
            </a:r>
            <a:r>
              <a:rPr lang="fr-FR" sz="5400" b="1" dirty="0" err="1"/>
              <a:t>mba</a:t>
            </a:r>
            <a:r>
              <a:rPr lang="fr-FR" sz="5400" b="1" dirty="0"/>
              <a:t> </a:t>
            </a:r>
            <a:r>
              <a:rPr lang="fr-FR" sz="5400" b="1" dirty="0" err="1"/>
              <a:t>miasà</a:t>
            </a:r>
            <a:r>
              <a:rPr lang="fr-FR" sz="5400" b="1" dirty="0"/>
              <a:t> </a:t>
            </a:r>
            <a:r>
              <a:rPr lang="fr-FR" sz="5400" b="1" dirty="0" err="1"/>
              <a:t>izao</a:t>
            </a:r>
            <a:r>
              <a:rPr lang="fr-FR" sz="5400" b="1" dirty="0"/>
              <a:t>,</a:t>
            </a:r>
          </a:p>
          <a:p>
            <a:pPr algn="ctr"/>
            <a:r>
              <a:rPr lang="fr-FR" sz="5400" b="1" dirty="0" err="1"/>
              <a:t>Mba</a:t>
            </a:r>
            <a:r>
              <a:rPr lang="fr-FR" sz="5400" b="1" dirty="0"/>
              <a:t> </a:t>
            </a:r>
            <a:r>
              <a:rPr lang="fr-FR" sz="5400" b="1" dirty="0" err="1"/>
              <a:t>hampidokadoka</a:t>
            </a:r>
            <a:r>
              <a:rPr lang="fr-FR" sz="5400" b="1" dirty="0"/>
              <a:t> </a:t>
            </a:r>
            <a:endParaRPr lang="fr-FR" sz="5400" b="1" dirty="0" smtClean="0"/>
          </a:p>
          <a:p>
            <a:pPr algn="ctr"/>
            <a:r>
              <a:rPr lang="fr-FR" sz="5400" b="1" dirty="0" err="1" smtClean="0"/>
              <a:t>ireto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hazo</a:t>
            </a:r>
            <a:r>
              <a:rPr lang="fr-FR" sz="5400" b="1" dirty="0" smtClean="0"/>
              <a:t>;</a:t>
            </a:r>
          </a:p>
          <a:p>
            <a:pPr algn="ctr"/>
            <a:r>
              <a:rPr lang="fr-FR" sz="5400" b="1" dirty="0" err="1" smtClean="0"/>
              <a:t>Ny</a:t>
            </a:r>
            <a:r>
              <a:rPr lang="fr-FR" sz="5400" b="1" dirty="0" smtClean="0"/>
              <a:t> </a:t>
            </a:r>
            <a:r>
              <a:rPr lang="fr-FR" sz="5400" b="1" dirty="0"/>
              <a:t>asa </a:t>
            </a:r>
            <a:r>
              <a:rPr lang="fr-FR" sz="5400" b="1" dirty="0" err="1"/>
              <a:t>izay</a:t>
            </a:r>
            <a:r>
              <a:rPr lang="fr-FR" sz="5400" b="1" dirty="0"/>
              <a:t> </a:t>
            </a:r>
            <a:r>
              <a:rPr lang="fr-FR" sz="5400" b="1" dirty="0" err="1"/>
              <a:t>atao</a:t>
            </a:r>
            <a:r>
              <a:rPr lang="fr-FR" sz="5400" b="1" dirty="0"/>
              <a:t> ho </a:t>
            </a:r>
            <a:r>
              <a:rPr lang="fr-FR" sz="5400" b="1" dirty="0" err="1"/>
              <a:t>voninahitrao</a:t>
            </a:r>
            <a:r>
              <a:rPr lang="fr-FR" sz="5400" b="1" dirty="0"/>
              <a:t>.</a:t>
            </a:r>
            <a:endParaRPr lang="fr-FR" sz="5400" b="1" dirty="0"/>
          </a:p>
        </p:txBody>
      </p:sp>
    </p:spTree>
    <p:extLst>
      <p:ext uri="{BB962C8B-B14F-4D97-AF65-F5344CB8AC3E}">
        <p14:creationId xmlns:p14="http://schemas.microsoft.com/office/powerpoint/2010/main" val="317510216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113</Words>
  <Application>Microsoft Office PowerPoint</Application>
  <PresentationFormat>Affichage à l'écran (16:9)</PresentationFormat>
  <Paragraphs>32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Arial</vt:lpstr>
      <vt:lpstr>Calibri</vt:lpstr>
      <vt:lpstr>Thème Office</vt:lpstr>
      <vt:lpstr>FIF 183 Mitsimoka ao an-tanim-bolinao ry Ray  </vt:lpstr>
      <vt:lpstr>1.Mitsimoka ao an-tanim-bolinao ry Ray  ireto zanakazo mbola kely Ka raha sendra tanin-kandro mahamay Na rivo-doza be izay mamely</vt:lpstr>
      <vt:lpstr>Alofy sy tantano mafy izahay Ny herinay tsy ampy velively Fa hianao ry Ray no hany Herinay</vt:lpstr>
      <vt:lpstr>2.Ry Jeso loharano feno soa Mangalaha la sady fototr’aina Mahafa-ketaheta izao tontolo izao</vt:lpstr>
      <vt:lpstr>Présentation PowerPoint</vt:lpstr>
      <vt:lpstr>3.Ny asanao mangina  ry fanahy Na dia tsy hita aza afafazo Ny fakany omeo tsiro avy Aminao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ami</dc:creator>
  <cp:lastModifiedBy>Gaming</cp:lastModifiedBy>
  <cp:revision>5</cp:revision>
  <dcterms:created xsi:type="dcterms:W3CDTF">2014-11-09T05:33:05Z</dcterms:created>
  <dcterms:modified xsi:type="dcterms:W3CDTF">2025-09-14T07:59:56Z</dcterms:modified>
</cp:coreProperties>
</file>