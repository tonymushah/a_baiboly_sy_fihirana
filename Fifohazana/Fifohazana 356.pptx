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3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A744F-DFA6-4E3D-B219-870D322F5961}" type="datetimeFigureOut">
              <a:rPr lang="fr-FR" smtClean="0"/>
              <a:t>26/10/2025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84DC2-B00C-42D8-98A1-713E3765AF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4632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A744F-DFA6-4E3D-B219-870D322F5961}" type="datetimeFigureOut">
              <a:rPr lang="fr-FR" smtClean="0"/>
              <a:t>26/10/2025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84DC2-B00C-42D8-98A1-713E3765AF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A744F-DFA6-4E3D-B219-870D322F5961}" type="datetimeFigureOut">
              <a:rPr lang="fr-FR" smtClean="0"/>
              <a:t>26/10/2025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84DC2-B00C-42D8-98A1-713E3765AF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1592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A744F-DFA6-4E3D-B219-870D322F5961}" type="datetimeFigureOut">
              <a:rPr lang="fr-FR" smtClean="0"/>
              <a:t>26/10/2025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84DC2-B00C-42D8-98A1-713E3765AF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5325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A744F-DFA6-4E3D-B219-870D322F5961}" type="datetimeFigureOut">
              <a:rPr lang="fr-FR" smtClean="0"/>
              <a:t>26/10/2025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84DC2-B00C-42D8-98A1-713E3765AF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6470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A744F-DFA6-4E3D-B219-870D322F5961}" type="datetimeFigureOut">
              <a:rPr lang="fr-FR" smtClean="0"/>
              <a:t>26/10/2025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84DC2-B00C-42D8-98A1-713E3765AF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9248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A744F-DFA6-4E3D-B219-870D322F5961}" type="datetimeFigureOut">
              <a:rPr lang="fr-FR" smtClean="0"/>
              <a:t>26/10/2025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84DC2-B00C-42D8-98A1-713E3765AF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5343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A744F-DFA6-4E3D-B219-870D322F5961}" type="datetimeFigureOut">
              <a:rPr lang="fr-FR" smtClean="0"/>
              <a:t>26/10/2025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84DC2-B00C-42D8-98A1-713E3765AF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19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A744F-DFA6-4E3D-B219-870D322F5961}" type="datetimeFigureOut">
              <a:rPr lang="fr-FR" smtClean="0"/>
              <a:t>26/10/2025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84DC2-B00C-42D8-98A1-713E3765AF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6227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A744F-DFA6-4E3D-B219-870D322F5961}" type="datetimeFigureOut">
              <a:rPr lang="fr-FR" smtClean="0"/>
              <a:t>26/10/2025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84DC2-B00C-42D8-98A1-713E3765AF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133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A744F-DFA6-4E3D-B219-870D322F5961}" type="datetimeFigureOut">
              <a:rPr lang="fr-FR" smtClean="0"/>
              <a:t>26/10/2025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84DC2-B00C-42D8-98A1-713E3765AF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5014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DA744F-DFA6-4E3D-B219-870D322F5961}" type="datetimeFigureOut">
              <a:rPr lang="fr-FR" smtClean="0"/>
              <a:t>26/10/2025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D84DC2-B00C-42D8-98A1-713E3765AF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1424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 sz="7200" dirty="0" err="1" smtClean="0"/>
              <a:t>Fihirana</a:t>
            </a:r>
            <a:r>
              <a:rPr lang="fr-FR" sz="7200" dirty="0" smtClean="0"/>
              <a:t> </a:t>
            </a:r>
            <a:r>
              <a:rPr lang="fr-FR" sz="7200" dirty="0" err="1" smtClean="0"/>
              <a:t>Fifohazana</a:t>
            </a:r>
            <a:r>
              <a:rPr lang="fr-FR" sz="7200" dirty="0" smtClean="0"/>
              <a:t>, 356</a:t>
            </a:r>
            <a:endParaRPr lang="fr-FR" sz="7200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5825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21975"/>
            <a:ext cx="1219200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Raiko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ô !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izaho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misaotra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Anao</a:t>
            </a:r>
            <a:endParaRPr lang="fr-FR" sz="6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mba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nofidianao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algn="ctr"/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mpiasanao</a:t>
            </a:r>
            <a:endParaRPr lang="fr-FR" sz="6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 na dia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tsy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mendrika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aza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aho</a:t>
            </a:r>
            <a:endParaRPr lang="fr-FR" sz="6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Nomenao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anjara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algn="ctr"/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hanao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asanao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63317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37882"/>
            <a:ext cx="12192000" cy="5489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Z'inona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aho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Andriamanitra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ô !</a:t>
            </a:r>
          </a:p>
          <a:p>
            <a:pPr algn="ctr">
              <a:lnSpc>
                <a:spcPct val="150000"/>
              </a:lnSpc>
            </a:pP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Z'inona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aho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mba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tinendrinao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?</a:t>
            </a:r>
          </a:p>
          <a:p>
            <a:pPr algn="ctr">
              <a:lnSpc>
                <a:spcPct val="150000"/>
              </a:lnSpc>
            </a:pP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Mpanota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aho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tsy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mendrika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tokoa</a:t>
            </a:r>
            <a:endParaRPr lang="fr-FR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lnSpc>
                <a:spcPct val="150000"/>
              </a:lnSpc>
            </a:pP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Nefa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indro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fa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toloranao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fr-FR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53575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15911"/>
            <a:ext cx="12192000" cy="70173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mba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ambarako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eto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izao</a:t>
            </a:r>
            <a:endParaRPr lang="fr-FR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lnSpc>
                <a:spcPct val="150000"/>
              </a:lnSpc>
            </a:pP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fahafoizantenako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hanompo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Raiko</a:t>
            </a:r>
            <a:endParaRPr lang="fr-FR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lnSpc>
                <a:spcPct val="150000"/>
              </a:lnSpc>
            </a:pP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Tsy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handrarak'ilo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mby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an-doha</a:t>
            </a:r>
            <a:endParaRPr lang="fr-FR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lnSpc>
                <a:spcPct val="150000"/>
              </a:lnSpc>
            </a:pP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tena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hanao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asanao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tokoa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55490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28034"/>
            <a:ext cx="12192000" cy="5489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saiko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na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aiko</a:t>
            </a:r>
            <a:endParaRPr lang="fr-FR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lnSpc>
                <a:spcPct val="150000"/>
              </a:lnSpc>
            </a:pP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androko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hareko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fanahiko</a:t>
            </a:r>
            <a:endParaRPr lang="fr-FR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lnSpc>
                <a:spcPct val="150000"/>
              </a:lnSpc>
            </a:pP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Foiko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ho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entiko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manao</a:t>
            </a:r>
            <a:endParaRPr lang="fr-FR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lnSpc>
                <a:spcPct val="150000"/>
              </a:lnSpc>
            </a:pP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manefa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izao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fanompoako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izao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fr-FR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0466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63641"/>
            <a:ext cx="12192000" cy="5489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Jeso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ô!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ekeko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eto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izao</a:t>
            </a:r>
            <a:endParaRPr lang="fr-FR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lnSpc>
                <a:spcPct val="150000"/>
              </a:lnSpc>
            </a:pP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ho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fitaovana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am-pelatananao</a:t>
            </a:r>
            <a:endParaRPr lang="fr-FR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lnSpc>
                <a:spcPct val="150000"/>
              </a:lnSpc>
            </a:pP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Hitoriana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famonjenao</a:t>
            </a:r>
            <a:endParaRPr lang="fr-FR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lnSpc>
                <a:spcPct val="150000"/>
              </a:lnSpc>
            </a:pP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Hanitarana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ambain-dainao</a:t>
            </a:r>
            <a:endParaRPr lang="fr-FR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52518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28034"/>
            <a:ext cx="12192000" cy="5489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fadiko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izany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hoe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hanao</a:t>
            </a:r>
            <a:endParaRPr lang="fr-FR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lnSpc>
                <a:spcPct val="150000"/>
              </a:lnSpc>
            </a:pP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Zava-mifanohitra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ami-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baikonao</a:t>
            </a:r>
            <a:endParaRPr lang="fr-FR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lnSpc>
                <a:spcPct val="150000"/>
              </a:lnSpc>
            </a:pP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hitondra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Fiangonanao</a:t>
            </a:r>
            <a:endParaRPr lang="fr-FR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lnSpc>
                <a:spcPct val="150000"/>
              </a:lnSpc>
            </a:pP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Hanao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fanaon'izao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tontolo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izao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fr-FR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5404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15911"/>
            <a:ext cx="12192000" cy="70173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mba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ambarako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eto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izao</a:t>
            </a:r>
            <a:endParaRPr lang="fr-FR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lnSpc>
                <a:spcPct val="150000"/>
              </a:lnSpc>
            </a:pP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fahafoizantenako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hanompo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Raiko</a:t>
            </a:r>
            <a:endParaRPr lang="fr-FR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lnSpc>
                <a:spcPct val="150000"/>
              </a:lnSpc>
            </a:pP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Tsy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handrarak'ilo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mby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an-doha</a:t>
            </a:r>
            <a:endParaRPr lang="fr-FR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lnSpc>
                <a:spcPct val="150000"/>
              </a:lnSpc>
            </a:pP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tena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hanao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asanao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tokoa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58851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28034"/>
            <a:ext cx="12192000" cy="5489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saiko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na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aiko</a:t>
            </a:r>
            <a:endParaRPr lang="fr-FR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lnSpc>
                <a:spcPct val="150000"/>
              </a:lnSpc>
            </a:pP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androko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hareko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fanahiko</a:t>
            </a:r>
            <a:endParaRPr lang="fr-FR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lnSpc>
                <a:spcPct val="150000"/>
              </a:lnSpc>
            </a:pP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Foiko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ho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entiko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manao</a:t>
            </a:r>
            <a:endParaRPr lang="fr-FR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lnSpc>
                <a:spcPct val="150000"/>
              </a:lnSpc>
            </a:pP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manefa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izao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fanompoako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izao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fr-FR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134002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21974"/>
            <a:ext cx="12192000" cy="60288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 Ray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Tsitoha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ô!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izay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iriko</a:t>
            </a:r>
            <a:endParaRPr lang="fr-FR" sz="6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lnSpc>
                <a:spcPct val="150000"/>
              </a:lnSpc>
            </a:pP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Dia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Fanahinao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hamomba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ahy</a:t>
            </a:r>
            <a:endParaRPr lang="fr-FR" sz="6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lnSpc>
                <a:spcPct val="150000"/>
              </a:lnSpc>
            </a:pP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 na Asa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hatao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na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fivoriana</a:t>
            </a:r>
            <a:endParaRPr lang="fr-FR" sz="6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lnSpc>
                <a:spcPct val="150000"/>
              </a:lnSpc>
            </a:pP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Tsy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haroaroako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faharatsiana</a:t>
            </a:r>
            <a:endParaRPr lang="fr-FR" sz="6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907516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86368"/>
            <a:ext cx="12192000" cy="5489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Jeso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ô !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mba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tovy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amiko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fa</a:t>
            </a:r>
          </a:p>
          <a:p>
            <a:pPr algn="ctr">
              <a:lnSpc>
                <a:spcPct val="150000"/>
              </a:lnSpc>
            </a:pP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Ianao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tsy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hahafoy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na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hahasaraka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ahy</a:t>
            </a:r>
            <a:endParaRPr lang="fr-FR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lnSpc>
                <a:spcPct val="150000"/>
              </a:lnSpc>
            </a:pP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Raha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Ianao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no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miaraka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amiko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tokoa</a:t>
            </a:r>
            <a:endParaRPr lang="fr-FR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lnSpc>
                <a:spcPct val="150000"/>
              </a:lnSpc>
            </a:pP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Tsy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misy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asa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tsara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zay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tsy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efako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fr-FR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674254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15911"/>
            <a:ext cx="12192000" cy="70173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mba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ambarako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eto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izao</a:t>
            </a:r>
            <a:endParaRPr lang="fr-FR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lnSpc>
                <a:spcPct val="150000"/>
              </a:lnSpc>
            </a:pP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fahafoizantenako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hanompo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Raiko</a:t>
            </a:r>
            <a:endParaRPr lang="fr-FR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lnSpc>
                <a:spcPct val="150000"/>
              </a:lnSpc>
            </a:pP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Tsy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handrarak'ilo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mby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an-doha</a:t>
            </a:r>
            <a:endParaRPr lang="fr-FR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lnSpc>
                <a:spcPct val="150000"/>
              </a:lnSpc>
            </a:pP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tena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hanao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asanao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tokoa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103857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28034"/>
            <a:ext cx="12192000" cy="5489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saiko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na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aiko</a:t>
            </a:r>
            <a:endParaRPr lang="fr-FR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lnSpc>
                <a:spcPct val="150000"/>
              </a:lnSpc>
            </a:pP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androko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hareko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fanahiko</a:t>
            </a:r>
            <a:endParaRPr lang="fr-FR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lnSpc>
                <a:spcPct val="150000"/>
              </a:lnSpc>
            </a:pP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Foiko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ho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entiko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manao</a:t>
            </a:r>
            <a:endParaRPr lang="fr-FR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lnSpc>
                <a:spcPct val="150000"/>
              </a:lnSpc>
            </a:pP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manefa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izao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fanompoako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izao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fr-FR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7269288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279</Words>
  <Application>Microsoft Office PowerPoint</Application>
  <PresentationFormat>Grand écran</PresentationFormat>
  <Paragraphs>54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Thème Office</vt:lpstr>
      <vt:lpstr>Fihirana Fifohazana, 356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Fihirana Fifohazana, 356</dc:title>
  <dc:creator>Gaming</dc:creator>
  <cp:lastModifiedBy>Gaming</cp:lastModifiedBy>
  <cp:revision>1</cp:revision>
  <dcterms:created xsi:type="dcterms:W3CDTF">2025-10-26T06:22:38Z</dcterms:created>
  <dcterms:modified xsi:type="dcterms:W3CDTF">2025-10-26T06:22:47Z</dcterms:modified>
</cp:coreProperties>
</file>