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5" r:id="rId4"/>
    <p:sldId id="263" r:id="rId5"/>
    <p:sldId id="266" r:id="rId6"/>
    <p:sldId id="264" r:id="rId7"/>
    <p:sldId id="267" r:id="rId8"/>
  </p:sldIdLst>
  <p:sldSz cx="9144000" cy="5143500" type="screen16x9"/>
  <p:notesSz cx="6858000" cy="9144000"/>
  <p:photoAlbum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726" y="6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137A-D7C1-4F8C-A62B-C89ADD9F06F3}" type="datetimeFigureOut">
              <a:rPr lang="fr-FR" smtClean="0"/>
              <a:pPr/>
              <a:t>08/02/2026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DC49-1C0A-483C-8080-C14A015D1DE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137A-D7C1-4F8C-A62B-C89ADD9F06F3}" type="datetimeFigureOut">
              <a:rPr lang="fr-FR" smtClean="0"/>
              <a:pPr/>
              <a:t>08/02/2026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DC49-1C0A-483C-8080-C14A015D1DE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137A-D7C1-4F8C-A62B-C89ADD9F06F3}" type="datetimeFigureOut">
              <a:rPr lang="fr-FR" smtClean="0"/>
              <a:pPr/>
              <a:t>08/02/2026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DC49-1C0A-483C-8080-C14A015D1DE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137A-D7C1-4F8C-A62B-C89ADD9F06F3}" type="datetimeFigureOut">
              <a:rPr lang="fr-FR" smtClean="0"/>
              <a:pPr/>
              <a:t>08/02/2026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DC49-1C0A-483C-8080-C14A015D1DE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137A-D7C1-4F8C-A62B-C89ADD9F06F3}" type="datetimeFigureOut">
              <a:rPr lang="fr-FR" smtClean="0"/>
              <a:pPr/>
              <a:t>08/02/2026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DC49-1C0A-483C-8080-C14A015D1DE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137A-D7C1-4F8C-A62B-C89ADD9F06F3}" type="datetimeFigureOut">
              <a:rPr lang="fr-FR" smtClean="0"/>
              <a:pPr/>
              <a:t>08/02/2026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DC49-1C0A-483C-8080-C14A015D1DE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137A-D7C1-4F8C-A62B-C89ADD9F06F3}" type="datetimeFigureOut">
              <a:rPr lang="fr-FR" smtClean="0"/>
              <a:pPr/>
              <a:t>08/02/2026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DC49-1C0A-483C-8080-C14A015D1DE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137A-D7C1-4F8C-A62B-C89ADD9F06F3}" type="datetimeFigureOut">
              <a:rPr lang="fr-FR" smtClean="0"/>
              <a:pPr/>
              <a:t>08/02/2026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DC49-1C0A-483C-8080-C14A015D1DE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137A-D7C1-4F8C-A62B-C89ADD9F06F3}" type="datetimeFigureOut">
              <a:rPr lang="fr-FR" smtClean="0"/>
              <a:pPr/>
              <a:t>08/02/2026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DC49-1C0A-483C-8080-C14A015D1DE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137A-D7C1-4F8C-A62B-C89ADD9F06F3}" type="datetimeFigureOut">
              <a:rPr lang="fr-FR" smtClean="0"/>
              <a:pPr/>
              <a:t>08/02/2026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DC49-1C0A-483C-8080-C14A015D1DE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137A-D7C1-4F8C-A62B-C89ADD9F06F3}" type="datetimeFigureOut">
              <a:rPr lang="fr-FR" smtClean="0"/>
              <a:pPr/>
              <a:t>08/02/2026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DC49-1C0A-483C-8080-C14A015D1DE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E9137A-D7C1-4F8C-A62B-C89ADD9F06F3}" type="datetimeFigureOut">
              <a:rPr lang="fr-FR" smtClean="0"/>
              <a:pPr/>
              <a:t>08/02/2026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5DC49-1C0A-483C-8080-C14A015D1DE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96618" y="321453"/>
            <a:ext cx="6643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i-FI" sz="4800" b="1" dirty="0">
                <a:solidFill>
                  <a:srgbClr val="0000FF"/>
                </a:solidFill>
              </a:rPr>
              <a:t>FIHIRANA FIFOHAZANA</a:t>
            </a:r>
            <a:endParaRPr lang="fr-FR" sz="4800" dirty="0">
              <a:solidFill>
                <a:srgbClr val="0000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714480" y="1779662"/>
            <a:ext cx="5521816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i-FI" sz="16600" b="1" dirty="0">
                <a:solidFill>
                  <a:srgbClr val="0000FF"/>
                </a:solidFill>
              </a:rPr>
              <a:t>316</a:t>
            </a:r>
            <a:endParaRPr lang="fr-FR" sz="166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93609"/>
            <a:ext cx="9144000" cy="4926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5300" b="1" dirty="0"/>
              <a:t>1.  </a:t>
            </a:r>
            <a:r>
              <a:rPr lang="en-US" sz="5300" b="1" dirty="0" err="1"/>
              <a:t>Faingàna</a:t>
            </a:r>
            <a:r>
              <a:rPr lang="en-US" sz="5300" b="1" dirty="0"/>
              <a:t> </a:t>
            </a:r>
            <a:r>
              <a:rPr lang="en-US" sz="5300" b="1" dirty="0" err="1"/>
              <a:t>ajoroy</a:t>
            </a:r>
            <a:r>
              <a:rPr lang="en-US" sz="5300" b="1" dirty="0"/>
              <a:t> </a:t>
            </a:r>
            <a:r>
              <a:rPr lang="en-US" sz="5300" b="1" dirty="0" err="1"/>
              <a:t>ny</a:t>
            </a:r>
            <a:r>
              <a:rPr lang="en-US" sz="5300" b="1" dirty="0"/>
              <a:t> </a:t>
            </a:r>
            <a:r>
              <a:rPr lang="en-US" sz="5300" b="1" dirty="0" err="1"/>
              <a:t>faneva</a:t>
            </a:r>
            <a:r>
              <a:rPr lang="en-US" sz="5300" b="1" dirty="0"/>
              <a:t> re</a:t>
            </a:r>
            <a:endParaRPr lang="fr-FR" sz="5300" b="1" dirty="0"/>
          </a:p>
          <a:p>
            <a:pPr algn="ctr">
              <a:lnSpc>
                <a:spcPct val="150000"/>
              </a:lnSpc>
            </a:pPr>
            <a:r>
              <a:rPr lang="en-US" sz="5400" b="1" dirty="0" err="1"/>
              <a:t>Ry</a:t>
            </a:r>
            <a:r>
              <a:rPr lang="en-US" sz="5400" b="1" dirty="0"/>
              <a:t> </a:t>
            </a:r>
            <a:r>
              <a:rPr lang="en-US" sz="5400" b="1" dirty="0" err="1"/>
              <a:t>tanoran’I</a:t>
            </a:r>
            <a:r>
              <a:rPr lang="en-US" sz="5400" b="1" dirty="0"/>
              <a:t> </a:t>
            </a:r>
            <a:r>
              <a:rPr lang="en-US" sz="5400" b="1" dirty="0" err="1"/>
              <a:t>Jerosalema</a:t>
            </a:r>
            <a:endParaRPr lang="fr-FR" sz="5400" b="1" dirty="0"/>
          </a:p>
          <a:p>
            <a:pPr algn="ctr">
              <a:lnSpc>
                <a:spcPct val="150000"/>
              </a:lnSpc>
            </a:pPr>
            <a:r>
              <a:rPr lang="en-US" sz="5400" b="1" dirty="0" err="1"/>
              <a:t>Faingàna</a:t>
            </a:r>
            <a:r>
              <a:rPr lang="en-US" sz="5400" b="1" dirty="0"/>
              <a:t> </a:t>
            </a:r>
            <a:r>
              <a:rPr lang="en-US" sz="5400" b="1" dirty="0" err="1"/>
              <a:t>areheto</a:t>
            </a:r>
            <a:r>
              <a:rPr lang="en-US" sz="5400" b="1" dirty="0"/>
              <a:t> </a:t>
            </a:r>
            <a:r>
              <a:rPr lang="en-US" sz="5400" b="1" dirty="0" err="1"/>
              <a:t>ny</a:t>
            </a:r>
            <a:r>
              <a:rPr lang="en-US" sz="5400" b="1" dirty="0"/>
              <a:t> </a:t>
            </a:r>
            <a:r>
              <a:rPr lang="en-US" sz="5400" b="1" dirty="0" err="1"/>
              <a:t>jiro</a:t>
            </a:r>
            <a:r>
              <a:rPr lang="en-US" sz="5400" b="1" dirty="0"/>
              <a:t> ô!</a:t>
            </a:r>
            <a:endParaRPr lang="fr-FR" sz="5400" b="1" dirty="0"/>
          </a:p>
          <a:p>
            <a:pPr algn="ctr">
              <a:lnSpc>
                <a:spcPct val="150000"/>
              </a:lnSpc>
            </a:pPr>
            <a:r>
              <a:rPr lang="en-US" sz="5400" b="1" dirty="0" err="1"/>
              <a:t>Hanazava</a:t>
            </a:r>
            <a:r>
              <a:rPr lang="en-US" sz="5400" b="1" dirty="0"/>
              <a:t> </a:t>
            </a:r>
            <a:r>
              <a:rPr lang="en-US" sz="5400" b="1" dirty="0" err="1"/>
              <a:t>ny</a:t>
            </a:r>
            <a:r>
              <a:rPr lang="en-US" sz="5400" b="1" dirty="0"/>
              <a:t> </a:t>
            </a:r>
            <a:r>
              <a:rPr lang="en-US" sz="5400" b="1" dirty="0" err="1"/>
              <a:t>lala-mankao</a:t>
            </a:r>
            <a:endParaRPr lang="fr-FR" sz="5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93609"/>
            <a:ext cx="9144000" cy="494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400" b="1" dirty="0" err="1"/>
              <a:t>Faingàna</a:t>
            </a:r>
            <a:r>
              <a:rPr lang="en-US" sz="5400" b="1" dirty="0"/>
              <a:t>, </a:t>
            </a:r>
            <a:r>
              <a:rPr lang="en-US" sz="5400" b="1" dirty="0" err="1"/>
              <a:t>faingàna</a:t>
            </a:r>
            <a:r>
              <a:rPr lang="en-US" sz="5400" b="1" dirty="0"/>
              <a:t>, </a:t>
            </a:r>
            <a:r>
              <a:rPr lang="en-US" sz="5400" b="1" dirty="0" err="1"/>
              <a:t>faingàna</a:t>
            </a:r>
            <a:endParaRPr lang="fr-FR" sz="5400" b="1" dirty="0"/>
          </a:p>
          <a:p>
            <a:pPr algn="ctr">
              <a:lnSpc>
                <a:spcPct val="150000"/>
              </a:lnSpc>
            </a:pPr>
            <a:r>
              <a:rPr lang="en-US" sz="5400" b="1" dirty="0" err="1"/>
              <a:t>Faingàna</a:t>
            </a:r>
            <a:r>
              <a:rPr lang="en-US" sz="5400" b="1" dirty="0"/>
              <a:t> </a:t>
            </a:r>
            <a:r>
              <a:rPr lang="en-US" sz="5400" b="1" dirty="0" err="1"/>
              <a:t>ry</a:t>
            </a:r>
            <a:r>
              <a:rPr lang="en-US" sz="5400" b="1" dirty="0"/>
              <a:t> </a:t>
            </a:r>
            <a:r>
              <a:rPr lang="en-US" sz="5400" b="1" dirty="0" err="1"/>
              <a:t>namako</a:t>
            </a:r>
            <a:r>
              <a:rPr lang="en-US" sz="5400" b="1" dirty="0"/>
              <a:t> ô</a:t>
            </a:r>
            <a:endParaRPr lang="fr-FR" sz="5400" b="1" dirty="0"/>
          </a:p>
          <a:p>
            <a:pPr algn="ctr">
              <a:lnSpc>
                <a:spcPct val="150000"/>
              </a:lnSpc>
            </a:pPr>
            <a:r>
              <a:rPr lang="en-US" sz="5400" b="1" dirty="0" err="1"/>
              <a:t>Andao</a:t>
            </a:r>
            <a:r>
              <a:rPr lang="en-US" sz="5400" b="1" dirty="0"/>
              <a:t> e! </a:t>
            </a:r>
            <a:r>
              <a:rPr lang="en-US" sz="5400" b="1" dirty="0" err="1"/>
              <a:t>andao</a:t>
            </a:r>
            <a:r>
              <a:rPr lang="en-US" sz="5400" b="1" dirty="0"/>
              <a:t> e!</a:t>
            </a:r>
            <a:endParaRPr lang="fr-FR" sz="5400" b="1" dirty="0"/>
          </a:p>
          <a:p>
            <a:pPr algn="ctr">
              <a:lnSpc>
                <a:spcPct val="150000"/>
              </a:lnSpc>
            </a:pPr>
            <a:r>
              <a:rPr lang="en-US" sz="5400" b="1" dirty="0" err="1"/>
              <a:t>Hanatona</a:t>
            </a:r>
            <a:r>
              <a:rPr lang="en-US" sz="5400" b="1" dirty="0"/>
              <a:t> </a:t>
            </a:r>
            <a:r>
              <a:rPr lang="en-US" sz="5400" b="1" dirty="0" err="1"/>
              <a:t>ny</a:t>
            </a:r>
            <a:r>
              <a:rPr lang="en-US" sz="5400" b="1" dirty="0"/>
              <a:t> </a:t>
            </a:r>
            <a:r>
              <a:rPr lang="en-US" sz="5400" b="1" dirty="0" err="1"/>
              <a:t>Tompo</a:t>
            </a:r>
            <a:r>
              <a:rPr lang="en-US" sz="5400" b="1" dirty="0"/>
              <a:t> </a:t>
            </a:r>
            <a:r>
              <a:rPr lang="en-US" sz="5400" b="1" dirty="0" err="1"/>
              <a:t>soa</a:t>
            </a:r>
            <a:endParaRPr lang="fr-FR" sz="5400" b="1" dirty="0"/>
          </a:p>
        </p:txBody>
      </p:sp>
    </p:spTree>
    <p:extLst>
      <p:ext uri="{BB962C8B-B14F-4D97-AF65-F5344CB8AC3E}">
        <p14:creationId xmlns:p14="http://schemas.microsoft.com/office/powerpoint/2010/main" val="340858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268649"/>
            <a:ext cx="9144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5400" b="1" dirty="0"/>
              <a:t>2.  </a:t>
            </a:r>
            <a:r>
              <a:rPr lang="en-US" sz="5400" b="1" dirty="0" err="1"/>
              <a:t>Ny</a:t>
            </a:r>
            <a:r>
              <a:rPr lang="en-US" sz="5400" b="1" dirty="0"/>
              <a:t> </a:t>
            </a:r>
            <a:r>
              <a:rPr lang="en-US" sz="5400" b="1" dirty="0" err="1"/>
              <a:t>dimy</a:t>
            </a:r>
            <a:r>
              <a:rPr lang="en-US" sz="5400" b="1" dirty="0"/>
              <a:t> </a:t>
            </a:r>
            <a:r>
              <a:rPr lang="en-US" sz="5400" b="1" dirty="0" err="1"/>
              <a:t>dia</a:t>
            </a:r>
            <a:r>
              <a:rPr lang="en-US" sz="5400" b="1" dirty="0"/>
              <a:t> </a:t>
            </a:r>
            <a:r>
              <a:rPr lang="en-US" sz="5400" b="1" dirty="0" err="1"/>
              <a:t>adala</a:t>
            </a:r>
            <a:r>
              <a:rPr lang="en-US" sz="5400" b="1" dirty="0"/>
              <a:t> </a:t>
            </a:r>
            <a:r>
              <a:rPr lang="en-US" sz="5400" b="1" dirty="0" err="1"/>
              <a:t>satria</a:t>
            </a:r>
            <a:r>
              <a:rPr lang="en-US" sz="5400" b="1" dirty="0"/>
              <a:t> re</a:t>
            </a:r>
            <a:endParaRPr lang="fr-FR" sz="5400" b="1" dirty="0"/>
          </a:p>
          <a:p>
            <a:pPr algn="ctr"/>
            <a:r>
              <a:rPr lang="en-US" sz="5400" b="1" dirty="0" err="1"/>
              <a:t>Tsy</a:t>
            </a:r>
            <a:r>
              <a:rPr lang="en-US" sz="5400" b="1" dirty="0"/>
              <a:t> </a:t>
            </a:r>
            <a:r>
              <a:rPr lang="en-US" sz="5400" b="1" dirty="0" err="1"/>
              <a:t>mba</a:t>
            </a:r>
            <a:r>
              <a:rPr lang="en-US" sz="5400" b="1" dirty="0"/>
              <a:t> </a:t>
            </a:r>
            <a:r>
              <a:rPr lang="en-US" sz="5400" b="1" dirty="0" err="1"/>
              <a:t>niomana</a:t>
            </a:r>
            <a:r>
              <a:rPr lang="en-US" sz="5400" b="1" dirty="0"/>
              <a:t> </a:t>
            </a:r>
            <a:r>
              <a:rPr lang="en-US" sz="5400" b="1" dirty="0" err="1"/>
              <a:t>solika</a:t>
            </a:r>
            <a:r>
              <a:rPr lang="en-US" sz="5400" b="1" dirty="0"/>
              <a:t> </a:t>
            </a:r>
            <a:r>
              <a:rPr lang="en-US" sz="5400" b="1" dirty="0" err="1"/>
              <a:t>soa</a:t>
            </a:r>
            <a:endParaRPr lang="fr-FR" sz="5400" b="1" dirty="0"/>
          </a:p>
          <a:p>
            <a:pPr algn="ctr"/>
            <a:r>
              <a:rPr lang="en-US" sz="5400" b="1" dirty="0" err="1"/>
              <a:t>Nony</a:t>
            </a:r>
            <a:r>
              <a:rPr lang="en-US" sz="5400" b="1" dirty="0"/>
              <a:t> </a:t>
            </a:r>
            <a:r>
              <a:rPr lang="en-US" sz="5400" b="1" dirty="0" err="1"/>
              <a:t>tonga</a:t>
            </a:r>
            <a:r>
              <a:rPr lang="en-US" sz="5400" b="1" dirty="0"/>
              <a:t> </a:t>
            </a:r>
            <a:r>
              <a:rPr lang="en-US" sz="5400" b="1" dirty="0" err="1"/>
              <a:t>ilay</a:t>
            </a:r>
            <a:r>
              <a:rPr lang="en-US" sz="5400" b="1" dirty="0"/>
              <a:t> </a:t>
            </a:r>
            <a:r>
              <a:rPr lang="en-US" sz="5400" b="1" dirty="0" err="1"/>
              <a:t>fampakarana</a:t>
            </a:r>
            <a:r>
              <a:rPr lang="en-US" sz="5400" b="1" dirty="0"/>
              <a:t> e!</a:t>
            </a:r>
            <a:endParaRPr lang="fr-FR" sz="5400" b="1" dirty="0"/>
          </a:p>
          <a:p>
            <a:pPr algn="ctr"/>
            <a:r>
              <a:rPr lang="en-US" sz="5400" b="1" dirty="0" err="1"/>
              <a:t>Dia</a:t>
            </a:r>
            <a:r>
              <a:rPr lang="en-US" sz="5400" b="1" dirty="0"/>
              <a:t> </a:t>
            </a:r>
            <a:r>
              <a:rPr lang="en-US" sz="5400" b="1" dirty="0" err="1"/>
              <a:t>voahidy</a:t>
            </a:r>
            <a:r>
              <a:rPr lang="en-US" sz="5400" b="1" dirty="0"/>
              <a:t> </a:t>
            </a:r>
            <a:r>
              <a:rPr lang="en-US" sz="5400" b="1" dirty="0" err="1"/>
              <a:t>ny</a:t>
            </a:r>
            <a:r>
              <a:rPr lang="en-US" sz="5400" b="1" dirty="0"/>
              <a:t> </a:t>
            </a:r>
            <a:r>
              <a:rPr lang="en-US" sz="5400" b="1" dirty="0" err="1"/>
              <a:t>lala-mankao</a:t>
            </a:r>
            <a:endParaRPr lang="fr-FR" sz="5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93609"/>
            <a:ext cx="9144000" cy="494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400" b="1" dirty="0" err="1"/>
              <a:t>Faingàna</a:t>
            </a:r>
            <a:r>
              <a:rPr lang="en-US" sz="5400" b="1" dirty="0"/>
              <a:t>, </a:t>
            </a:r>
            <a:r>
              <a:rPr lang="en-US" sz="5400" b="1" dirty="0" err="1"/>
              <a:t>faingàna</a:t>
            </a:r>
            <a:r>
              <a:rPr lang="en-US" sz="5400" b="1" dirty="0"/>
              <a:t>, </a:t>
            </a:r>
            <a:r>
              <a:rPr lang="en-US" sz="5400" b="1" dirty="0" err="1"/>
              <a:t>faingàna</a:t>
            </a:r>
            <a:endParaRPr lang="fr-FR" sz="5400" b="1" dirty="0"/>
          </a:p>
          <a:p>
            <a:pPr algn="ctr">
              <a:lnSpc>
                <a:spcPct val="150000"/>
              </a:lnSpc>
            </a:pPr>
            <a:r>
              <a:rPr lang="en-US" sz="5400" b="1" dirty="0" err="1"/>
              <a:t>Faingàna</a:t>
            </a:r>
            <a:r>
              <a:rPr lang="en-US" sz="5400" b="1" dirty="0"/>
              <a:t> </a:t>
            </a:r>
            <a:r>
              <a:rPr lang="en-US" sz="5400" b="1" dirty="0" err="1"/>
              <a:t>ry</a:t>
            </a:r>
            <a:r>
              <a:rPr lang="en-US" sz="5400" b="1" dirty="0"/>
              <a:t> </a:t>
            </a:r>
            <a:r>
              <a:rPr lang="en-US" sz="5400" b="1" dirty="0" err="1"/>
              <a:t>namako</a:t>
            </a:r>
            <a:r>
              <a:rPr lang="en-US" sz="5400" b="1" dirty="0"/>
              <a:t> ô</a:t>
            </a:r>
            <a:endParaRPr lang="fr-FR" sz="5400" b="1" dirty="0"/>
          </a:p>
          <a:p>
            <a:pPr algn="ctr">
              <a:lnSpc>
                <a:spcPct val="150000"/>
              </a:lnSpc>
            </a:pPr>
            <a:r>
              <a:rPr lang="en-US" sz="5400" b="1" dirty="0" err="1"/>
              <a:t>Andao</a:t>
            </a:r>
            <a:r>
              <a:rPr lang="en-US" sz="5400" b="1" dirty="0"/>
              <a:t> e! </a:t>
            </a:r>
            <a:r>
              <a:rPr lang="en-US" sz="5400" b="1" dirty="0" err="1"/>
              <a:t>andao</a:t>
            </a:r>
            <a:r>
              <a:rPr lang="en-US" sz="5400" b="1" dirty="0"/>
              <a:t> e!</a:t>
            </a:r>
            <a:endParaRPr lang="fr-FR" sz="5400" b="1" dirty="0"/>
          </a:p>
          <a:p>
            <a:pPr algn="ctr">
              <a:lnSpc>
                <a:spcPct val="150000"/>
              </a:lnSpc>
            </a:pPr>
            <a:r>
              <a:rPr lang="en-US" sz="5400" b="1" dirty="0" err="1"/>
              <a:t>Hanatona</a:t>
            </a:r>
            <a:r>
              <a:rPr lang="en-US" sz="5400" b="1" dirty="0"/>
              <a:t> </a:t>
            </a:r>
            <a:r>
              <a:rPr lang="en-US" sz="5400" b="1" dirty="0" err="1"/>
              <a:t>ny</a:t>
            </a:r>
            <a:r>
              <a:rPr lang="en-US" sz="5400" b="1" dirty="0"/>
              <a:t> </a:t>
            </a:r>
            <a:r>
              <a:rPr lang="en-US" sz="5400" b="1" dirty="0" err="1"/>
              <a:t>Tompo</a:t>
            </a:r>
            <a:r>
              <a:rPr lang="en-US" sz="5400" b="1" dirty="0"/>
              <a:t> </a:t>
            </a:r>
            <a:r>
              <a:rPr lang="en-US" sz="5400" b="1" dirty="0" err="1"/>
              <a:t>soa</a:t>
            </a:r>
            <a:endParaRPr lang="fr-FR" sz="5400" b="1" dirty="0"/>
          </a:p>
        </p:txBody>
      </p:sp>
    </p:spTree>
    <p:extLst>
      <p:ext uri="{BB962C8B-B14F-4D97-AF65-F5344CB8AC3E}">
        <p14:creationId xmlns:p14="http://schemas.microsoft.com/office/powerpoint/2010/main" val="812516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0526"/>
            <a:ext cx="9144000" cy="494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5400" b="1" dirty="0"/>
              <a:t>3. </a:t>
            </a:r>
            <a:r>
              <a:rPr lang="en-US" sz="5400" b="1" dirty="0" err="1"/>
              <a:t>Ny</a:t>
            </a:r>
            <a:r>
              <a:rPr lang="en-US" sz="5400" b="1" dirty="0"/>
              <a:t> </a:t>
            </a:r>
            <a:r>
              <a:rPr lang="en-US" sz="5400" b="1" dirty="0" err="1"/>
              <a:t>dimy</a:t>
            </a:r>
            <a:r>
              <a:rPr lang="en-US" sz="5400" b="1" dirty="0"/>
              <a:t> </a:t>
            </a:r>
            <a:r>
              <a:rPr lang="en-US" sz="5400" b="1" dirty="0" err="1"/>
              <a:t>dia</a:t>
            </a:r>
            <a:r>
              <a:rPr lang="en-US" sz="5400" b="1" dirty="0"/>
              <a:t> Hendry </a:t>
            </a:r>
            <a:r>
              <a:rPr lang="en-US" sz="5400" b="1" dirty="0" err="1"/>
              <a:t>satria</a:t>
            </a:r>
            <a:r>
              <a:rPr lang="en-US" sz="5400" b="1" dirty="0"/>
              <a:t> re</a:t>
            </a:r>
            <a:endParaRPr lang="fr-FR" sz="5400" b="1" dirty="0"/>
          </a:p>
          <a:p>
            <a:pPr algn="ctr">
              <a:lnSpc>
                <a:spcPct val="150000"/>
              </a:lnSpc>
            </a:pPr>
            <a:r>
              <a:rPr lang="en-US" sz="5400" b="1" dirty="0" err="1"/>
              <a:t>Efa</a:t>
            </a:r>
            <a:r>
              <a:rPr lang="en-US" sz="5400" b="1" dirty="0"/>
              <a:t> </a:t>
            </a:r>
            <a:r>
              <a:rPr lang="en-US" sz="5400" b="1" dirty="0" err="1"/>
              <a:t>niomana</a:t>
            </a:r>
            <a:r>
              <a:rPr lang="en-US" sz="5400" b="1" dirty="0"/>
              <a:t> </a:t>
            </a:r>
            <a:r>
              <a:rPr lang="en-US" sz="5400" b="1" dirty="0" err="1"/>
              <a:t>solika</a:t>
            </a:r>
            <a:r>
              <a:rPr lang="en-US" sz="5400" b="1" dirty="0"/>
              <a:t> </a:t>
            </a:r>
            <a:r>
              <a:rPr lang="en-US" sz="5400" b="1" dirty="0" err="1"/>
              <a:t>soa</a:t>
            </a:r>
            <a:endParaRPr lang="fr-FR" sz="5400" b="1" dirty="0"/>
          </a:p>
          <a:p>
            <a:pPr algn="ctr">
              <a:lnSpc>
                <a:spcPct val="150000"/>
              </a:lnSpc>
            </a:pPr>
            <a:r>
              <a:rPr lang="en-US" sz="5400" b="1" dirty="0" err="1"/>
              <a:t>Tanteraka</a:t>
            </a:r>
            <a:r>
              <a:rPr lang="en-US" sz="5400" b="1" dirty="0"/>
              <a:t> </a:t>
            </a:r>
            <a:r>
              <a:rPr lang="en-US" sz="5400" b="1" dirty="0" err="1"/>
              <a:t>sy</a:t>
            </a:r>
            <a:r>
              <a:rPr lang="en-US" sz="5400" b="1" dirty="0"/>
              <a:t> </a:t>
            </a:r>
            <a:r>
              <a:rPr lang="en-US" sz="5400" b="1" dirty="0" err="1"/>
              <a:t>lavorary</a:t>
            </a:r>
            <a:r>
              <a:rPr lang="en-US" sz="5400" b="1" dirty="0"/>
              <a:t> e!</a:t>
            </a:r>
            <a:endParaRPr lang="fr-FR" sz="5400" b="1" dirty="0"/>
          </a:p>
          <a:p>
            <a:pPr algn="ctr">
              <a:lnSpc>
                <a:spcPct val="150000"/>
              </a:lnSpc>
            </a:pPr>
            <a:r>
              <a:rPr lang="en-US" sz="5400" b="1" dirty="0"/>
              <a:t>‘</a:t>
            </a:r>
            <a:r>
              <a:rPr lang="en-US" sz="5400" b="1" dirty="0" err="1"/>
              <a:t>zay</a:t>
            </a:r>
            <a:r>
              <a:rPr lang="en-US" sz="5400" b="1" dirty="0"/>
              <a:t> </a:t>
            </a:r>
            <a:r>
              <a:rPr lang="en-US" sz="5400" b="1" dirty="0" err="1"/>
              <a:t>rehetra</a:t>
            </a:r>
            <a:r>
              <a:rPr lang="en-US" sz="5400" b="1" dirty="0"/>
              <a:t> </a:t>
            </a:r>
            <a:r>
              <a:rPr lang="en-US" sz="5400" b="1" dirty="0" err="1"/>
              <a:t>kasainy</a:t>
            </a:r>
            <a:r>
              <a:rPr lang="en-US" sz="5400" b="1" dirty="0"/>
              <a:t> </a:t>
            </a:r>
            <a:r>
              <a:rPr lang="en-US" sz="5400" b="1" dirty="0" err="1"/>
              <a:t>atao</a:t>
            </a:r>
            <a:endParaRPr lang="fr-FR" sz="5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93609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400" b="1" dirty="0" err="1"/>
              <a:t>Faingàna</a:t>
            </a:r>
            <a:r>
              <a:rPr lang="en-US" sz="5400" b="1" dirty="0"/>
              <a:t>, </a:t>
            </a:r>
            <a:r>
              <a:rPr lang="en-US" sz="5400" b="1" dirty="0" err="1"/>
              <a:t>faingàna</a:t>
            </a:r>
            <a:r>
              <a:rPr lang="en-US" sz="5400" b="1" dirty="0"/>
              <a:t>, </a:t>
            </a:r>
            <a:r>
              <a:rPr lang="en-US" sz="5400" b="1" dirty="0" err="1"/>
              <a:t>faingàna</a:t>
            </a:r>
            <a:endParaRPr lang="fr-FR" sz="5400" b="1" dirty="0"/>
          </a:p>
          <a:p>
            <a:pPr algn="ctr">
              <a:lnSpc>
                <a:spcPct val="150000"/>
              </a:lnSpc>
            </a:pPr>
            <a:r>
              <a:rPr lang="en-US" sz="5400" b="1" dirty="0" err="1"/>
              <a:t>Faingàna</a:t>
            </a:r>
            <a:r>
              <a:rPr lang="en-US" sz="5400" b="1" dirty="0"/>
              <a:t> </a:t>
            </a:r>
            <a:r>
              <a:rPr lang="en-US" sz="5400" b="1" dirty="0" err="1"/>
              <a:t>ry</a:t>
            </a:r>
            <a:r>
              <a:rPr lang="en-US" sz="5400" b="1" dirty="0"/>
              <a:t> </a:t>
            </a:r>
            <a:r>
              <a:rPr lang="en-US" sz="5400" b="1" dirty="0" err="1"/>
              <a:t>namako</a:t>
            </a:r>
            <a:r>
              <a:rPr lang="en-US" sz="5400" b="1" dirty="0"/>
              <a:t> ô</a:t>
            </a:r>
            <a:endParaRPr lang="fr-FR" sz="5400" b="1" dirty="0"/>
          </a:p>
          <a:p>
            <a:pPr algn="ctr">
              <a:lnSpc>
                <a:spcPct val="150000"/>
              </a:lnSpc>
            </a:pPr>
            <a:r>
              <a:rPr lang="en-US" sz="5400" b="1" dirty="0" err="1"/>
              <a:t>Andao</a:t>
            </a:r>
            <a:r>
              <a:rPr lang="en-US" sz="5400" b="1" dirty="0"/>
              <a:t> e! </a:t>
            </a:r>
            <a:r>
              <a:rPr lang="en-US" sz="5400" b="1" dirty="0" err="1"/>
              <a:t>andao</a:t>
            </a:r>
            <a:r>
              <a:rPr lang="en-US" sz="5400" b="1" dirty="0"/>
              <a:t> e!</a:t>
            </a:r>
            <a:endParaRPr lang="fr-FR" sz="5400" b="1" dirty="0"/>
          </a:p>
          <a:p>
            <a:pPr algn="ctr">
              <a:lnSpc>
                <a:spcPct val="150000"/>
              </a:lnSpc>
            </a:pPr>
            <a:r>
              <a:rPr lang="en-US" sz="5400" b="1" dirty="0" err="1"/>
              <a:t>Hanatona</a:t>
            </a:r>
            <a:r>
              <a:rPr lang="en-US" sz="5400" b="1" dirty="0"/>
              <a:t> </a:t>
            </a:r>
            <a:r>
              <a:rPr lang="en-US" sz="5400" b="1" dirty="0" err="1" smtClean="0"/>
              <a:t>ny</a:t>
            </a:r>
            <a:r>
              <a:rPr lang="en-US" sz="5400" b="1" dirty="0" smtClean="0"/>
              <a:t> </a:t>
            </a:r>
            <a:r>
              <a:rPr lang="en-US" sz="5400" b="1" dirty="0" err="1"/>
              <a:t>Tompo</a:t>
            </a:r>
            <a:r>
              <a:rPr lang="en-US" sz="5400" b="1" dirty="0"/>
              <a:t> </a:t>
            </a:r>
            <a:r>
              <a:rPr lang="en-US" sz="5400" b="1" dirty="0" err="1"/>
              <a:t>soa</a:t>
            </a:r>
            <a:endParaRPr lang="fr-FR" sz="5400" b="1" dirty="0"/>
          </a:p>
        </p:txBody>
      </p:sp>
    </p:spTree>
    <p:extLst>
      <p:ext uri="{BB962C8B-B14F-4D97-AF65-F5344CB8AC3E}">
        <p14:creationId xmlns:p14="http://schemas.microsoft.com/office/powerpoint/2010/main" val="2751105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124</Words>
  <Application>Microsoft Office PowerPoint</Application>
  <PresentationFormat>Affichage à l'écran (16:9)</PresentationFormat>
  <Paragraphs>26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Arial</vt:lpstr>
      <vt:lpstr>Calibri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SWEET</dc:creator>
  <cp:lastModifiedBy>Gaming</cp:lastModifiedBy>
  <cp:revision>26</cp:revision>
  <dcterms:created xsi:type="dcterms:W3CDTF">2012-12-15T15:29:56Z</dcterms:created>
  <dcterms:modified xsi:type="dcterms:W3CDTF">2026-02-08T08:31:41Z</dcterms:modified>
</cp:coreProperties>
</file>